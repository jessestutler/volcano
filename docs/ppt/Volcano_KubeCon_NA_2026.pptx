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docProps/core.xml" ContentType="application/vnd.openxmlformats-package.core-properties+xml"/>
  <Override PartName="/ppt/metadata" ContentType="application/binary"/>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4"/>
  </p:sldMasterIdLst>
  <p:notesMasterIdLst>
    <p:notesMasterId r:id="rId5"/>
  </p:notesMasterIdLst>
  <p:sldIdLst>
    <p:sldId id="256" r:id="rId7"/>
    <p:sldId id="257" r:id="rId8"/>
    <p:sldId id="258" r:id="rId9"/>
    <p:sldId id="259" r:id="rId10"/>
    <p:sldId id="260" r:id="rId11"/>
    <p:sldId id="261" r:id="rId12"/>
    <p:sldId id="262" r:id="rId13"/>
    <p:sldId id="263" r:id="rId6"/>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Lst>
  <p:sldSz cy="6858000" cx="12191999"/>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 uri="GoogleSlidesCustomDataVersion2">
      <go:slidesCustomData xmlns:go="http://customooxmlschemas.google.com/" r:id="rId14" roundtripDataSignature="AMtx7mhVgqDUejHKW5zsxwP4L1eNF/yxN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5" Type="http://schemas.openxmlformats.org/officeDocument/2006/relationships/notesMaster" Target="notesMasters/notesMaster1.xml"/><Relationship Id="rId6" Type="http://schemas.openxmlformats.org/officeDocument/2006/relationships/slide" Target="slides/slide8.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customschemas.google.com/relationships/presentationmetadata" Target="metadata"/><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pPr marL="0" indent="0">
              <a:spcAft>
                <a:spcPts val="800"/>
              </a:spcAft>
              <a:buNone/>
              <a:defRPr sz="1400"/>
            </a:pPr>
            <a:r>
              <a:t>Today we will look at how Volcano supports different AI workloads on shared Kubernetes clusters. We will move from scheduling paths to group placement, then show how ecosystem integrations and benchmarks bring these ideas into practice.</a:t>
            </a:r>
          </a:p>
        </p:txBody>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pPr marL="0" indent="0">
              <a:spcAft>
                <a:spcPts val="800"/>
              </a:spcAft>
              <a:buNone/>
              <a:defRPr sz="1400"/>
            </a:pPr>
            <a:r>
              <a:t>Briefly introduce yourselves and your work in cloud native infrastructure. Connect that experience to the challenges of scheduling training, inference, and emerging agent workloads.</a:t>
            </a:r>
          </a:p>
        </p:txBody>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pPr marL="0" indent="0">
              <a:spcAft>
                <a:spcPts val="800"/>
              </a:spcAft>
              <a:buNone/>
              <a:defRPr sz="1400"/>
            </a:pPr>
            <a:r>
              <a:t>Different workloads have different scheduling needs. Start with how Volcano coordinates those needs across a shared cluster.</a:t>
            </a:r>
          </a:p>
        </p:txBody>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pPr marL="0" indent="0">
              <a:spcAft>
                <a:spcPts val="800"/>
              </a:spcAft>
              <a:buNone/>
              <a:defRPr sz="1400"/>
            </a:pPr>
            <a:r>
              <a:t>Training and inference both need complete groups and good network locality. Training groups follow parallelism patterns such as TP and PP, while inference groups follow roles and replicas. Agent workloads add bursts and startup latency concerns. A runtime controller can reuse warm capacity, then request more Pods through a fast scheduling path when the pool needs to grow.</a:t>
            </a:r>
          </a:p>
        </p:txBody>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pPr marL="0" indent="0">
              <a:spcAft>
                <a:spcPts val="800"/>
              </a:spcAft>
              <a:buNone/>
              <a:defRPr sz="1400"/>
            </a:pPr>
            <a:r>
              <a:t>Different workloads can use different scheduling paths, while sharing the same cluster. The Sharding Controller uses node metrics and scheduling strategies to adjust the node pools. NodeShard carries the desired allocation, and the schedulers coordinate changes with the nodes already in use. This gives each path room to adapt as workload demands change.</a:t>
            </a:r>
          </a:p>
        </p:txBody>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pPr marL="0" indent="0">
              <a:spcAft>
                <a:spcPts val="800"/>
              </a:spcAft>
              <a:buNone/>
              <a:defRPr sz="1400"/>
            </a:pPr>
            <a:r>
              <a:t>The controller combines node state with a sharding strategy to calculate the desired allocation. For example, it can filter nodes by CPU allocation, prefer nodes labeled for warmup, and cap how many nodes a scheduler receives. CPU allocation here comes from Pod resource requests, rather than measured CPU usage.</a:t>
            </a:r>
          </a:p>
          <a:p>
            <a:pPr marL="0" indent="0">
              <a:spcAft>
                <a:spcPts val="800"/>
              </a:spcAft>
              <a:buNone/>
              <a:defRPr sz="1400"/>
            </a:pPr>
          </a:p>
          <a:p>
            <a:pPr marL="0" indent="0">
              <a:spcAft>
                <a:spcPts val="800"/>
              </a:spcAft>
              <a:buNone/>
              <a:defRPr sz="1400"/>
            </a:pPr>
            <a:r>
              <a:t>In the YAML, nodesDesired is the target set and nodesInUse is the current set. Their difference identifies nodes to add or release. The scheduler coordinates these changes as candidate pools evolve.</a:t>
            </a:r>
          </a:p>
        </p:txBody>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pPr marL="0" indent="0">
              <a:spcAft>
                <a:spcPts val="800"/>
              </a:spcAft>
              <a:buNone/>
              <a:defRPr sz="1400"/>
            </a:pPr>
            <a:r>
              <a:t>Having available nodes is only part of the problem. We also need to keep workload groups complete and place them within suitable network domains.</a:t>
            </a:r>
          </a:p>
        </p:txBody>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pPr marL="0" indent="0">
              <a:spcAft>
                <a:spcPts val="800"/>
              </a:spcAft>
              <a:buNone/>
              <a:defRPr sz="1400"/>
            </a:pPr>
            <a:r>
              <a:t>A training job can contain several pipeline stages, with tensor-parallel ranks inside each stage. A serving instance can contain Prefill and Decode roles, each with its own replicas. These structures create requirements at more than one level. We need to admit the overall workload while preserving complete compute groups inside it.</a:t>
            </a:r>
          </a:p>
        </p:txBody>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pPr marL="0" indent="0">
              <a:spcAft>
                <a:spcPts val="800"/>
              </a:spcAft>
              <a:buNone/>
              <a:defRPr sz="1400"/>
            </a:pPr>
            <a:r>
              <a:t>PodGroup expresses admission requirements for the whole job or serving group. SubGroup preserves smaller units, such as a TP group or a role replica. One policy can use replica labels to identify multiple SubGroups. The network hierarchy below provides the domains where those complete groups can be placed.</a:t>
            </a:r>
          </a:p>
        </p:txBody>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pPr marL="0" indent="0">
              <a:spcAft>
                <a:spcPts val="800"/>
              </a:spcAft>
              <a:buNone/>
              <a:defRPr sz="1400"/>
            </a:pPr>
            <a:r>
              <a:t>HyperNode turns the physical network hierarchy into scheduling domains. A parent HyperNode groups other HyperNodes, while a leaf HyperNode groups Kubernetes nodes. Named tiers such as spine and leaf let workloads express locality requirements. This gives the scheduler a common view of the network at several levels.</a:t>
            </a:r>
          </a:p>
        </p:txBody>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pPr marL="0" indent="0">
              <a:spcAft>
                <a:spcPts val="800"/>
              </a:spcAft>
              <a:buNone/>
              <a:defRPr sz="1400"/>
            </a:pPr>
            <a:r>
              <a:t>This is one placement example, not a fixed layout for Prefill and Decode. The PodGroup uses the core tier, while its SubGroups request different topology domains. Each level can have its own network topology constraints.</a:t>
            </a:r>
          </a:p>
          <a:p>
            <a:pPr marL="0" indent="0">
              <a:spcAft>
                <a:spcPts val="800"/>
              </a:spcAft>
              <a:buNone/>
              <a:defRPr sz="1400"/>
            </a:pPr>
          </a:p>
          <a:p>
            <a:pPr marL="0" indent="0">
              <a:spcAft>
                <a:spcPts val="800"/>
              </a:spcAft>
              <a:buNone/>
              <a:defRPr sz="1400"/>
            </a:pPr>
            <a:r>
              <a:t>For example, one SubGroup may need tight communication within a leaf, while another can span a spine. The actual choices depend on communication patterns and cluster topology. The role names do not dictate where they must run.</a:t>
            </a:r>
          </a:p>
        </p:txBody>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pPr marL="0" indent="0">
              <a:spcAft>
                <a:spcPts val="800"/>
              </a:spcAft>
              <a:buNone/>
              <a:defRPr sz="1400"/>
            </a:pPr>
            <a:r>
              <a:t>Start with two complete training gangs. A has four Pods in HyperNode A. B has two Pods in A and two in B. The incoming gang S needs four slots within one spine HyperNode.</a:t>
            </a:r>
          </a:p>
          <a:p>
            <a:pPr marL="0" indent="0">
              <a:spcAft>
                <a:spcPts val="800"/>
              </a:spcAft>
              <a:buNone/>
              <a:defRPr sz="1400"/>
            </a:pPr>
          </a:p>
          <a:p>
            <a:pPr marL="0" indent="0">
              <a:spcAft>
                <a:spcPts val="800"/>
              </a:spcAft>
              <a:buNone/>
              <a:defRPr sz="1400"/>
            </a:pPr>
            <a:r>
              <a:t>Pod-level selection can take two Pods from each training job. S fits, but both training gangs become incomplete. They may need to restart from checkpoints and lose work since the last checkpoint. Gang-aware selection instead checks the complete victim gang A and the preemptor's topology constraints. In this example, evicting A admits S while B stays complete.</a:t>
            </a:r>
          </a:p>
        </p:txBody>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pPr marL="0" indent="0">
              <a:spcAft>
                <a:spcPts val="800"/>
              </a:spcAft>
              <a:buNone/>
              <a:defRPr sz="1400"/>
            </a:pPr>
            <a:r>
              <a:t>Each serving instance remains a complete PodGroup within its chosen domain. PodGroup anti-affinity places matching instances in separate supernodes, reducing their exposure to the same domain failure. The scheduler provides placement separation. Application health checks and routing still handle service recovery.</a:t>
            </a:r>
          </a:p>
        </p:txBody>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pPr marL="0" indent="0">
              <a:spcAft>
                <a:spcPts val="800"/>
              </a:spcAft>
              <a:buNone/>
              <a:defRPr sz="1400"/>
            </a:pPr>
            <a:r>
              <a:t>The next step is to express relationships between SubGroups inside one PodGroup. Prefill and Decode groups may benefit from staying in the same supernode, while Decode replicas should use separate leaf domains. These affinity and anti-affinity rules are planned work. They would combine communication locality with replica isolation.</a:t>
            </a:r>
          </a:p>
        </p:txBody>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pPr marL="0" indent="0">
              <a:spcAft>
                <a:spcPts val="800"/>
              </a:spcAft>
              <a:buNone/>
              <a:defRPr sz="1400"/>
            </a:pPr>
            <a:r>
              <a:t>Workload controllers know the roles, replicas, and minimum group sizes. The next examples show how they pass that structure to Volcano.</a:t>
            </a:r>
          </a:p>
        </p:txBody>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pPr marL="0" indent="0">
              <a:spcAft>
                <a:spcPts val="800"/>
              </a:spcAft>
              <a:buNone/>
              <a:defRPr sz="1400"/>
            </a:pPr>
            <a:r>
              <a:t>Kthena lets users describe scheduling intent in ModelServing. The groupPolicy applies to the whole ServingGroup, while rolePolicy applies to its role replicas. Here, the whole group stays within a spine domain and each role replica stays within a leaf. The next slide shows how these settings become Volcano PodGroup fields.</a:t>
            </a:r>
          </a:p>
        </p:txBody>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pPr marL="0" indent="0">
              <a:spcAft>
                <a:spcPts val="800"/>
              </a:spcAft>
              <a:buNone/>
              <a:defRPr sz="1400"/>
            </a:pPr>
            <a:r>
              <a:t>Read the YAML and group diagrams together. E is the entry Pod and W is its worker. One Prefill replica and three Decode replicas make four two-Pod SubGroups, so the PodGroup minimum is eight.</a:t>
            </a:r>
          </a:p>
          <a:p>
            <a:pPr marL="0" indent="0">
              <a:spcAft>
                <a:spcPts val="800"/>
              </a:spcAft>
              <a:buNone/>
              <a:defRPr sz="1400"/>
            </a:pPr>
          </a:p>
          <a:p>
            <a:pPr marL="0" indent="0">
              <a:spcAft>
                <a:spcPts val="800"/>
              </a:spcAft>
              <a:buNone/>
              <a:defRPr sz="1400"/>
            </a:pPr>
            <a:r>
              <a:t>There are two role policies but four SubGroups. Role identity labels distinguish the three Decode replicas. The groupPolicy and rolePolicy from the previous slide also carry into the generated PodGroup. The excerpts here focus on counts, while the companion YAML retains selectors and topology fields.</a:t>
            </a:r>
          </a:p>
        </p:txBody>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pPr marL="0" indent="0">
              <a:spcAft>
                <a:spcPts val="800"/>
              </a:spcAft>
              <a:buNone/>
              <a:defRPr sz="1400"/>
            </a:pPr>
            <a:r>
              <a:t>The left diagram has one Ray head and two worker replicas, with two hosts per replica. The right diagram shows three SubGroups: one for the head and one for each worker replica. That gives five minimum Pods.</a:t>
            </a:r>
          </a:p>
          <a:p>
            <a:pPr marL="0" indent="0">
              <a:spcAft>
                <a:spcPts val="800"/>
              </a:spcAft>
              <a:buNone/>
              <a:defRPr sz="1400"/>
            </a:pPr>
          </a:p>
          <a:p>
            <a:pPr marL="0" indent="0">
              <a:spcAft>
                <a:spcPts val="800"/>
              </a:spcAft>
              <a:buNone/>
              <a:defRPr sz="1400"/>
            </a:pPr>
            <a:r>
              <a:t>With autoscaling enabled, minReplicas determines the minimum worker SubGroup count, and numOfHosts determines its size. The replica label keeps each pair of hosts together. Replica grouping must be enabled. The YAML focuses on workers; the head policy is included in the companion example. Worker-group topology support is still in progress.</a:t>
            </a:r>
          </a:p>
        </p:txBody>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pPr marL="0" indent="0">
              <a:spcAft>
                <a:spcPts val="800"/>
              </a:spcAft>
              <a:buNone/>
              <a:defRPr sz="1400"/>
            </a:pPr>
            <a:r>
              <a:t>Start with the two named groups in the PodGang: Prefill needs two Pods and Decode needs four. The same names and counts appear inside the Volcano PodGroup. Each group creates one SubGroup policy, giving two SubGroups and six minimum Pods.</a:t>
            </a:r>
          </a:p>
          <a:p>
            <a:pPr marL="0" indent="0">
              <a:spcAft>
                <a:spcPts val="800"/>
              </a:spcAft>
              <a:buNone/>
              <a:defRPr sz="1400"/>
            </a:pPr>
          </a:p>
          <a:p>
            <a:pPr marL="0" indent="0">
              <a:spcAft>
                <a:spcPts val="800"/>
              </a:spcAft>
              <a:buNone/>
              <a:defRPr sz="1400"/>
            </a:pPr>
            <a:r>
              <a:t>The backend uses grove.io/podclique labels to select group members. The companion YAML includes those selectors. This mapping preserves gang structure, but this backend does not yet support topologyConstraint.</a:t>
            </a:r>
          </a:p>
        </p:txBody>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pPr marL="0" indent="0">
              <a:spcAft>
                <a:spcPts val="800"/>
              </a:spcAft>
              <a:buNone/>
              <a:defRPr sz="1400"/>
            </a:pPr>
            <a:r>
              <a:t>RBG integration is in progress, including RoleInstance grouping and support for querying the HyperNode tree. That gives the controller access to the topology hierarchy as the integration develops.</a:t>
            </a:r>
          </a:p>
          <a:p>
            <a:pPr marL="0" indent="0">
              <a:spcAft>
                <a:spcPts val="800"/>
              </a:spcAft>
              <a:buNone/>
              <a:defRPr sz="1400"/>
            </a:pPr>
          </a:p>
          <a:p>
            <a:pPr marL="0" indent="0">
              <a:spcAft>
                <a:spcPts val="800"/>
              </a:spcAft>
              <a:buNone/>
              <a:defRPr sz="1400"/>
            </a:pPr>
            <a:r>
              <a:t>For Kubeflow, the planned work extends group structure and topology support. For LWS, it includes coordination across roles and multiple groups. These are integration directions, not a claim that all capabilities are available today.</a:t>
            </a:r>
          </a:p>
        </p:txBody>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pPr marL="0" indent="0">
              <a:spcAft>
                <a:spcPts val="800"/>
              </a:spcAft>
              <a:buNone/>
              <a:defRPr sz="1400"/>
            </a:pPr>
            <a:r>
              <a:t>More workload shapes and placement rules also mean more behavior to validate. We need repeatable tests that help us compare schedulers and understand where each approach works well.</a:t>
            </a:r>
          </a:p>
        </p:txBody>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pPr marL="0" indent="0">
              <a:spcAft>
                <a:spcPts val="800"/>
              </a:spcAft>
              <a:buNone/>
              <a:defRPr sz="1400"/>
            </a:pPr>
            <a:r>
              <a:t>The framework generates workloads and records what happens through the API and scheduler. Audit events and Prometheus provide measurements for reports, including scheduling latency and binding throughput. Tests can use Kind with KWOK or an existing cluster. These measurements describe scheduling behavior, while GPU execution performance needs separate testing.</a:t>
            </a:r>
          </a:p>
        </p:txBody>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pPr marL="0" indent="0">
              <a:spcAft>
                <a:spcPts val="800"/>
              </a:spcAft>
              <a:buNone/>
              <a:defRPr sz="1400"/>
            </a:pPr>
            <a:r>
              <a:t>This is a comparison plan, not a results table. Replay the same workloads against Volcano and a Kubernetes scheduler baseline, with additional schedulers to follow. Reset cluster state between runs and record versions, settings, and resource requests.</a:t>
            </a:r>
          </a:p>
          <a:p>
            <a:pPr marL="0" indent="0">
              <a:spcAft>
                <a:spcPts val="800"/>
              </a:spcAft>
              <a:buNone/>
              <a:defRPr sz="1400"/>
            </a:pPr>
          </a:p>
          <a:p>
            <a:pPr marL="0" indent="0">
              <a:spcAft>
                <a:spcPts val="800"/>
              </a:spcAft>
              <a:buNone/>
              <a:defRPr sz="1400"/>
            </a:pPr>
            <a:r>
              <a:t>Bursts and mixed workloads give us common starting points. For gang and topology cases, check feature support and match semantics before comparing results. We want to find each scheduler's best scenarios, not rank implementations using workloads they cannot represent.</a:t>
            </a:r>
          </a:p>
        </p:txBody>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pPr marL="0" indent="0">
              <a:spcAft>
                <a:spcPts val="800"/>
              </a:spcAft>
              <a:buNone/>
              <a:defRPr sz="1400"/>
            </a:pPr>
            <a:r>
              <a:t>The test matrix should cover several kinds of pressure. Bursts test tail latency and backlog recovery, while larger gangs expose resource fragmentation. Topology cases check whether complete groups land in valid domains. The goal is to find the scenarios each scheduler handles well and understand the tradeoffs.</a:t>
            </a:r>
          </a:p>
        </p:txBody>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pPr marL="0" indent="0">
              <a:spcAft>
                <a:spcPts val="800"/>
              </a:spcAft>
              <a:buNone/>
              <a:defRPr sz="1400"/>
            </a:pPr>
            <a:r>
              <a:t>For v1.17, the related priorities are fewer unnecessary evictions, SubGroup relationships, and lower scheduling overhead. Topology-aware reclaim is under review, while SubGroup affinity and anti-affinity remain planned work. Benchmark replay and profiling will help evaluate performance changes. We also want broader scheduler comparisons and topology tests to guide that work.</a:t>
            </a:r>
          </a:p>
        </p:txBody>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pPr marL="0" indent="0">
              <a:spcAft>
                <a:spcPts val="800"/>
              </a:spcAft>
              <a:buNone/>
              <a:defRPr sz="1400"/>
            </a:pPr>
            <a:r>
              <a:t>These logos represent Volcano users and platforms that use or provide Volcano. Their usage and integration models differ. Thank them for their feedback and contributions, and invite the audience to share workload examples or integration needs.</a:t>
            </a:r>
          </a:p>
          <a:p>
            <a:pPr marL="0" indent="0">
              <a:spcAft>
                <a:spcPts val="800"/>
              </a:spcAft>
              <a:buNone/>
              <a:defRPr sz="1400"/>
            </a:pPr>
          </a:p>
          <a:p>
            <a:pPr marL="0" indent="0">
              <a:spcAft>
                <a:spcPts val="800"/>
              </a:spcAft>
              <a:buNone/>
              <a:defRPr sz="1400"/>
            </a:pPr>
            <a:r>
              <a:t>The QR codes open the Volcano website, GitHub repository, and the Volcano channel in CNCF Slack. Slack requires workspace access. Open the floor for questions.</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5.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5.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png"/><Relationship Id="rId3" Type="http://schemas.openxmlformats.org/officeDocument/2006/relationships/image" Target="../media/image4.png"/><Relationship Id="rId4" Type="http://schemas.openxmlformats.org/officeDocument/2006/relationships/image" Target="../media/image8.png"/><Relationship Id="rId5" Type="http://schemas.openxmlformats.org/officeDocument/2006/relationships/image" Target="../media/image12.png"/><Relationship Id="rId6" Type="http://schemas.openxmlformats.org/officeDocument/2006/relationships/image" Target="../media/image5.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png"/><Relationship Id="rId3" Type="http://schemas.openxmlformats.org/officeDocument/2006/relationships/image" Target="../media/image4.png"/><Relationship Id="rId4" Type="http://schemas.openxmlformats.org/officeDocument/2006/relationships/image" Target="../media/image5.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lt2"/>
        </a:solidFill>
      </p:bgPr>
    </p:bg>
    <p:spTree>
      <p:nvGrpSpPr>
        <p:cNvPr id="9" name="Shape 9"/>
        <p:cNvGrpSpPr/>
        <p:nvPr/>
      </p:nvGrpSpPr>
      <p:grpSpPr>
        <a:xfrm>
          <a:off x="0" y="0"/>
          <a:ext cx="0" cy="0"/>
          <a:chOff x="0" y="0"/>
          <a:chExt cx="0" cy="0"/>
        </a:xfrm>
      </p:grpSpPr>
      <p:pic>
        <p:nvPicPr>
          <p:cNvPr id="10" name="Google Shape;10;p10"/>
          <p:cNvPicPr preferRelativeResize="0"/>
          <p:nvPr/>
        </p:nvPicPr>
        <p:blipFill rotWithShape="1">
          <a:blip r:embed="rId2">
            <a:alphaModFix/>
          </a:blip>
          <a:srcRect b="0" l="0" r="15741" t="0"/>
          <a:stretch/>
        </p:blipFill>
        <p:spPr>
          <a:xfrm>
            <a:off x="0" y="3002844"/>
            <a:ext cx="12191999" cy="3855156"/>
          </a:xfrm>
          <a:prstGeom prst="rect">
            <a:avLst/>
          </a:prstGeom>
          <a:noFill/>
          <a:ln>
            <a:noFill/>
          </a:ln>
        </p:spPr>
      </p:pic>
      <p:grpSp>
        <p:nvGrpSpPr>
          <p:cNvPr id="11" name="Google Shape;11;p10"/>
          <p:cNvGrpSpPr/>
          <p:nvPr/>
        </p:nvGrpSpPr>
        <p:grpSpPr>
          <a:xfrm>
            <a:off x="237067" y="1704621"/>
            <a:ext cx="11954932" cy="3036712"/>
            <a:chOff x="177800" y="1278466"/>
            <a:chExt cx="8966200" cy="2277534"/>
          </a:xfrm>
        </p:grpSpPr>
        <p:sp>
          <p:nvSpPr>
            <p:cNvPr id="12" name="Google Shape;12;p10"/>
            <p:cNvSpPr/>
            <p:nvPr/>
          </p:nvSpPr>
          <p:spPr>
            <a:xfrm>
              <a:off x="177800" y="1701800"/>
              <a:ext cx="8966200" cy="1363133"/>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867" u="none" cap="none" strike="noStrike">
                <a:solidFill>
                  <a:schemeClr val="lt1"/>
                </a:solidFill>
                <a:latin typeface="Arial"/>
                <a:ea typeface="Arial"/>
                <a:cs typeface="Arial"/>
                <a:sym typeface="Arial"/>
              </a:endParaRPr>
            </a:p>
          </p:txBody>
        </p:sp>
        <p:sp>
          <p:nvSpPr>
            <p:cNvPr id="13" name="Google Shape;13;p10"/>
            <p:cNvSpPr/>
            <p:nvPr/>
          </p:nvSpPr>
          <p:spPr>
            <a:xfrm>
              <a:off x="6045200" y="1278466"/>
              <a:ext cx="2404533" cy="1978491"/>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867" u="none" cap="none" strike="noStrike">
                <a:solidFill>
                  <a:schemeClr val="lt1"/>
                </a:solidFill>
                <a:latin typeface="Arial"/>
                <a:ea typeface="Arial"/>
                <a:cs typeface="Arial"/>
                <a:sym typeface="Arial"/>
              </a:endParaRPr>
            </a:p>
          </p:txBody>
        </p:sp>
        <p:sp>
          <p:nvSpPr>
            <p:cNvPr id="14" name="Google Shape;14;p10"/>
            <p:cNvSpPr/>
            <p:nvPr/>
          </p:nvSpPr>
          <p:spPr>
            <a:xfrm>
              <a:off x="1642534" y="1278466"/>
              <a:ext cx="2404533" cy="2277534"/>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867" u="none" cap="none" strike="noStrike">
                <a:solidFill>
                  <a:schemeClr val="lt1"/>
                </a:solidFill>
                <a:latin typeface="Arial"/>
                <a:ea typeface="Arial"/>
                <a:cs typeface="Arial"/>
                <a:sym typeface="Arial"/>
              </a:endParaRPr>
            </a:p>
          </p:txBody>
        </p:sp>
      </p:grpSp>
      <p:sp>
        <p:nvSpPr>
          <p:cNvPr id="15" name="Google Shape;15;p10"/>
          <p:cNvSpPr txBox="1"/>
          <p:nvPr>
            <p:ph type="ctrTitle"/>
          </p:nvPr>
        </p:nvSpPr>
        <p:spPr>
          <a:xfrm>
            <a:off x="414953" y="1668595"/>
            <a:ext cx="10680267" cy="1940237"/>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Clr>
                <a:schemeClr val="lt1"/>
              </a:buClr>
              <a:buSzPts val="4800"/>
              <a:buNone/>
              <a:defRPr b="1" i="0" sz="6400">
                <a:solidFill>
                  <a:schemeClr val="lt1"/>
                </a:solidFill>
                <a:latin typeface="Arial"/>
                <a:ea typeface="Arial"/>
                <a:cs typeface="Arial"/>
                <a:sym typeface="Arial"/>
              </a:defRPr>
            </a:lvl1pPr>
            <a:lvl2pPr lvl="1" algn="ctr">
              <a:lnSpc>
                <a:spcPct val="100000"/>
              </a:lnSpc>
              <a:spcBef>
                <a:spcPts val="0"/>
              </a:spcBef>
              <a:spcAft>
                <a:spcPts val="0"/>
              </a:spcAft>
              <a:buClr>
                <a:schemeClr val="lt1"/>
              </a:buClr>
              <a:buSzPts val="4800"/>
              <a:buNone/>
              <a:defRPr sz="6400">
                <a:solidFill>
                  <a:schemeClr val="lt1"/>
                </a:solidFill>
              </a:defRPr>
            </a:lvl2pPr>
            <a:lvl3pPr lvl="2" algn="ctr">
              <a:lnSpc>
                <a:spcPct val="100000"/>
              </a:lnSpc>
              <a:spcBef>
                <a:spcPts val="0"/>
              </a:spcBef>
              <a:spcAft>
                <a:spcPts val="0"/>
              </a:spcAft>
              <a:buClr>
                <a:schemeClr val="lt1"/>
              </a:buClr>
              <a:buSzPts val="4800"/>
              <a:buNone/>
              <a:defRPr sz="6400">
                <a:solidFill>
                  <a:schemeClr val="lt1"/>
                </a:solidFill>
              </a:defRPr>
            </a:lvl3pPr>
            <a:lvl4pPr lvl="3" algn="ctr">
              <a:lnSpc>
                <a:spcPct val="100000"/>
              </a:lnSpc>
              <a:spcBef>
                <a:spcPts val="0"/>
              </a:spcBef>
              <a:spcAft>
                <a:spcPts val="0"/>
              </a:spcAft>
              <a:buClr>
                <a:schemeClr val="lt1"/>
              </a:buClr>
              <a:buSzPts val="4800"/>
              <a:buNone/>
              <a:defRPr sz="6400">
                <a:solidFill>
                  <a:schemeClr val="lt1"/>
                </a:solidFill>
              </a:defRPr>
            </a:lvl4pPr>
            <a:lvl5pPr lvl="4" algn="ctr">
              <a:lnSpc>
                <a:spcPct val="100000"/>
              </a:lnSpc>
              <a:spcBef>
                <a:spcPts val="0"/>
              </a:spcBef>
              <a:spcAft>
                <a:spcPts val="0"/>
              </a:spcAft>
              <a:buClr>
                <a:schemeClr val="lt1"/>
              </a:buClr>
              <a:buSzPts val="4800"/>
              <a:buNone/>
              <a:defRPr sz="6400">
                <a:solidFill>
                  <a:schemeClr val="lt1"/>
                </a:solidFill>
              </a:defRPr>
            </a:lvl5pPr>
            <a:lvl6pPr lvl="5" algn="ctr">
              <a:lnSpc>
                <a:spcPct val="100000"/>
              </a:lnSpc>
              <a:spcBef>
                <a:spcPts val="0"/>
              </a:spcBef>
              <a:spcAft>
                <a:spcPts val="0"/>
              </a:spcAft>
              <a:buClr>
                <a:schemeClr val="lt1"/>
              </a:buClr>
              <a:buSzPts val="4800"/>
              <a:buNone/>
              <a:defRPr sz="6400">
                <a:solidFill>
                  <a:schemeClr val="lt1"/>
                </a:solidFill>
              </a:defRPr>
            </a:lvl6pPr>
            <a:lvl7pPr lvl="6" algn="ctr">
              <a:lnSpc>
                <a:spcPct val="100000"/>
              </a:lnSpc>
              <a:spcBef>
                <a:spcPts val="0"/>
              </a:spcBef>
              <a:spcAft>
                <a:spcPts val="0"/>
              </a:spcAft>
              <a:buClr>
                <a:schemeClr val="lt1"/>
              </a:buClr>
              <a:buSzPts val="4800"/>
              <a:buNone/>
              <a:defRPr sz="6400">
                <a:solidFill>
                  <a:schemeClr val="lt1"/>
                </a:solidFill>
              </a:defRPr>
            </a:lvl7pPr>
            <a:lvl8pPr lvl="7" algn="ctr">
              <a:lnSpc>
                <a:spcPct val="100000"/>
              </a:lnSpc>
              <a:spcBef>
                <a:spcPts val="0"/>
              </a:spcBef>
              <a:spcAft>
                <a:spcPts val="0"/>
              </a:spcAft>
              <a:buClr>
                <a:schemeClr val="lt1"/>
              </a:buClr>
              <a:buSzPts val="4800"/>
              <a:buNone/>
              <a:defRPr sz="6400">
                <a:solidFill>
                  <a:schemeClr val="lt1"/>
                </a:solidFill>
              </a:defRPr>
            </a:lvl8pPr>
            <a:lvl9pPr lvl="8" algn="ctr">
              <a:lnSpc>
                <a:spcPct val="100000"/>
              </a:lnSpc>
              <a:spcBef>
                <a:spcPts val="0"/>
              </a:spcBef>
              <a:spcAft>
                <a:spcPts val="0"/>
              </a:spcAft>
              <a:buClr>
                <a:schemeClr val="lt1"/>
              </a:buClr>
              <a:buSzPts val="4800"/>
              <a:buNone/>
              <a:defRPr sz="6400">
                <a:solidFill>
                  <a:schemeClr val="lt1"/>
                </a:solidFill>
              </a:defRPr>
            </a:lvl9pPr>
          </a:lstStyle>
          <a:p/>
        </p:txBody>
      </p:sp>
      <p:sp>
        <p:nvSpPr>
          <p:cNvPr id="16" name="Google Shape;16;p10"/>
          <p:cNvSpPr txBox="1"/>
          <p:nvPr>
            <p:ph idx="1" type="subTitle"/>
          </p:nvPr>
        </p:nvSpPr>
        <p:spPr>
          <a:xfrm>
            <a:off x="414952" y="3608832"/>
            <a:ext cx="10680267" cy="812339"/>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Clr>
                <a:schemeClr val="lt1"/>
              </a:buClr>
              <a:buSzPts val="2800"/>
              <a:buNone/>
              <a:defRPr b="1" i="0" sz="3733">
                <a:solidFill>
                  <a:schemeClr val="accent6"/>
                </a:solidFill>
                <a:latin typeface="Arial"/>
                <a:ea typeface="Arial"/>
                <a:cs typeface="Arial"/>
                <a:sym typeface="Arial"/>
              </a:defRPr>
            </a:lvl1pPr>
            <a:lvl2pPr lvl="1" algn="ctr">
              <a:lnSpc>
                <a:spcPct val="100000"/>
              </a:lnSpc>
              <a:spcBef>
                <a:spcPts val="0"/>
              </a:spcBef>
              <a:spcAft>
                <a:spcPts val="0"/>
              </a:spcAft>
              <a:buClr>
                <a:schemeClr val="lt1"/>
              </a:buClr>
              <a:buSzPts val="2800"/>
              <a:buNone/>
              <a:defRPr sz="3733">
                <a:solidFill>
                  <a:schemeClr val="lt1"/>
                </a:solidFill>
              </a:defRPr>
            </a:lvl2pPr>
            <a:lvl3pPr lvl="2" algn="ctr">
              <a:lnSpc>
                <a:spcPct val="100000"/>
              </a:lnSpc>
              <a:spcBef>
                <a:spcPts val="0"/>
              </a:spcBef>
              <a:spcAft>
                <a:spcPts val="0"/>
              </a:spcAft>
              <a:buClr>
                <a:schemeClr val="lt1"/>
              </a:buClr>
              <a:buSzPts val="2800"/>
              <a:buNone/>
              <a:defRPr sz="3733">
                <a:solidFill>
                  <a:schemeClr val="lt1"/>
                </a:solidFill>
              </a:defRPr>
            </a:lvl3pPr>
            <a:lvl4pPr lvl="3" algn="ctr">
              <a:lnSpc>
                <a:spcPct val="100000"/>
              </a:lnSpc>
              <a:spcBef>
                <a:spcPts val="0"/>
              </a:spcBef>
              <a:spcAft>
                <a:spcPts val="0"/>
              </a:spcAft>
              <a:buClr>
                <a:schemeClr val="lt1"/>
              </a:buClr>
              <a:buSzPts val="2800"/>
              <a:buNone/>
              <a:defRPr sz="3733">
                <a:solidFill>
                  <a:schemeClr val="lt1"/>
                </a:solidFill>
              </a:defRPr>
            </a:lvl4pPr>
            <a:lvl5pPr lvl="4" algn="ctr">
              <a:lnSpc>
                <a:spcPct val="100000"/>
              </a:lnSpc>
              <a:spcBef>
                <a:spcPts val="0"/>
              </a:spcBef>
              <a:spcAft>
                <a:spcPts val="0"/>
              </a:spcAft>
              <a:buClr>
                <a:schemeClr val="lt1"/>
              </a:buClr>
              <a:buSzPts val="2800"/>
              <a:buNone/>
              <a:defRPr sz="3733">
                <a:solidFill>
                  <a:schemeClr val="lt1"/>
                </a:solidFill>
              </a:defRPr>
            </a:lvl5pPr>
            <a:lvl6pPr lvl="5" algn="ctr">
              <a:lnSpc>
                <a:spcPct val="100000"/>
              </a:lnSpc>
              <a:spcBef>
                <a:spcPts val="0"/>
              </a:spcBef>
              <a:spcAft>
                <a:spcPts val="0"/>
              </a:spcAft>
              <a:buClr>
                <a:schemeClr val="lt1"/>
              </a:buClr>
              <a:buSzPts val="2800"/>
              <a:buNone/>
              <a:defRPr sz="3733">
                <a:solidFill>
                  <a:schemeClr val="lt1"/>
                </a:solidFill>
              </a:defRPr>
            </a:lvl6pPr>
            <a:lvl7pPr lvl="6" algn="ctr">
              <a:lnSpc>
                <a:spcPct val="100000"/>
              </a:lnSpc>
              <a:spcBef>
                <a:spcPts val="0"/>
              </a:spcBef>
              <a:spcAft>
                <a:spcPts val="0"/>
              </a:spcAft>
              <a:buClr>
                <a:schemeClr val="lt1"/>
              </a:buClr>
              <a:buSzPts val="2800"/>
              <a:buNone/>
              <a:defRPr sz="3733">
                <a:solidFill>
                  <a:schemeClr val="lt1"/>
                </a:solidFill>
              </a:defRPr>
            </a:lvl7pPr>
            <a:lvl8pPr lvl="7" algn="ctr">
              <a:lnSpc>
                <a:spcPct val="100000"/>
              </a:lnSpc>
              <a:spcBef>
                <a:spcPts val="0"/>
              </a:spcBef>
              <a:spcAft>
                <a:spcPts val="0"/>
              </a:spcAft>
              <a:buClr>
                <a:schemeClr val="lt1"/>
              </a:buClr>
              <a:buSzPts val="2800"/>
              <a:buNone/>
              <a:defRPr sz="3733">
                <a:solidFill>
                  <a:schemeClr val="lt1"/>
                </a:solidFill>
              </a:defRPr>
            </a:lvl8pPr>
            <a:lvl9pPr lvl="8" algn="ctr">
              <a:lnSpc>
                <a:spcPct val="100000"/>
              </a:lnSpc>
              <a:spcBef>
                <a:spcPts val="0"/>
              </a:spcBef>
              <a:spcAft>
                <a:spcPts val="0"/>
              </a:spcAft>
              <a:buClr>
                <a:schemeClr val="lt1"/>
              </a:buClr>
              <a:buSzPts val="2800"/>
              <a:buNone/>
              <a:defRPr sz="3733">
                <a:solidFill>
                  <a:schemeClr val="lt1"/>
                </a:solidFill>
              </a:defRPr>
            </a:lvl9pPr>
          </a:lstStyle>
          <a:p/>
        </p:txBody>
      </p:sp>
      <p:sp>
        <p:nvSpPr>
          <p:cNvPr id="17" name="Google Shape;17;p10"/>
          <p:cNvSpPr txBox="1"/>
          <p:nvPr/>
        </p:nvSpPr>
        <p:spPr>
          <a:xfrm>
            <a:off x="7621082" y="238043"/>
            <a:ext cx="4148337" cy="410369"/>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None/>
            </a:pPr>
            <a:r>
              <a:rPr b="0" i="0" lang="en" sz="1867" u="none" cap="none" strike="noStrike">
                <a:solidFill>
                  <a:schemeClr val="lt1"/>
                </a:solidFill>
                <a:latin typeface="Arial"/>
                <a:ea typeface="Arial"/>
                <a:cs typeface="Arial"/>
                <a:sym typeface="Arial"/>
              </a:rPr>
              <a:t>#KubeCon #CloudNativeCon</a:t>
            </a:r>
            <a:endParaRPr b="0" i="0" sz="1867" u="none" cap="none" strike="noStrike">
              <a:solidFill>
                <a:schemeClr val="lt1"/>
              </a:solidFill>
              <a:latin typeface="Arial"/>
              <a:ea typeface="Arial"/>
              <a:cs typeface="Arial"/>
              <a:sym typeface="Arial"/>
            </a:endParaRPr>
          </a:p>
        </p:txBody>
      </p:sp>
      <p:pic>
        <p:nvPicPr>
          <p:cNvPr id="18" name="Google Shape;18;p10"/>
          <p:cNvPicPr preferRelativeResize="0"/>
          <p:nvPr/>
        </p:nvPicPr>
        <p:blipFill rotWithShape="1">
          <a:blip r:embed="rId3">
            <a:alphaModFix/>
          </a:blip>
          <a:srcRect b="0" l="0" r="0" t="0"/>
          <a:stretch/>
        </p:blipFill>
        <p:spPr>
          <a:xfrm>
            <a:off x="414952" y="242009"/>
            <a:ext cx="2750400" cy="1155965"/>
          </a:xfrm>
          <a:prstGeom prst="rect">
            <a:avLst/>
          </a:prstGeom>
          <a:noFill/>
          <a:ln>
            <a:noFill/>
          </a:ln>
        </p:spPr>
      </p:pic>
    </p:spTree>
  </p:cSld>
  <p:clrMapOvr>
    <a:masterClrMapping/>
  </p:clrMapOvr>
  <p:extLst>
    <p:ext uri="{DCECCB84-F9BA-43D5-87BE-67443E8EF086}">
      <p15:sldGuideLst>
        <p15:guide id="1" orient="horz" pos="1620">
          <p15:clr>
            <a:srgbClr val="FBAE40"/>
          </p15:clr>
        </p15:guide>
        <p15:guide id="2" pos="288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lt2"/>
        </a:solidFill>
      </p:bgPr>
    </p:bg>
    <p:spTree>
      <p:nvGrpSpPr>
        <p:cNvPr id="19" name="Shape 19"/>
        <p:cNvGrpSpPr/>
        <p:nvPr/>
      </p:nvGrpSpPr>
      <p:grpSpPr>
        <a:xfrm>
          <a:off x="0" y="0"/>
          <a:ext cx="0" cy="0"/>
          <a:chOff x="0" y="0"/>
          <a:chExt cx="0" cy="0"/>
        </a:xfrm>
      </p:grpSpPr>
      <p:pic>
        <p:nvPicPr>
          <p:cNvPr id="20" name="Google Shape;20;p11"/>
          <p:cNvPicPr preferRelativeResize="0"/>
          <p:nvPr/>
        </p:nvPicPr>
        <p:blipFill rotWithShape="1">
          <a:blip r:embed="rId2">
            <a:alphaModFix/>
          </a:blip>
          <a:srcRect b="0" l="0" r="15741" t="0"/>
          <a:stretch/>
        </p:blipFill>
        <p:spPr>
          <a:xfrm>
            <a:off x="0" y="3002844"/>
            <a:ext cx="12191999" cy="3855156"/>
          </a:xfrm>
          <a:prstGeom prst="rect">
            <a:avLst/>
          </a:prstGeom>
          <a:noFill/>
          <a:ln>
            <a:noFill/>
          </a:ln>
        </p:spPr>
      </p:pic>
      <p:grpSp>
        <p:nvGrpSpPr>
          <p:cNvPr id="21" name="Google Shape;21;p11"/>
          <p:cNvGrpSpPr/>
          <p:nvPr/>
        </p:nvGrpSpPr>
        <p:grpSpPr>
          <a:xfrm>
            <a:off x="237067" y="1704621"/>
            <a:ext cx="11954932" cy="3036712"/>
            <a:chOff x="177800" y="1278466"/>
            <a:chExt cx="8966200" cy="2277534"/>
          </a:xfrm>
        </p:grpSpPr>
        <p:sp>
          <p:nvSpPr>
            <p:cNvPr id="22" name="Google Shape;22;p11"/>
            <p:cNvSpPr/>
            <p:nvPr/>
          </p:nvSpPr>
          <p:spPr>
            <a:xfrm>
              <a:off x="177800" y="1701800"/>
              <a:ext cx="8966200" cy="1363133"/>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867" u="none" cap="none" strike="noStrike">
                <a:solidFill>
                  <a:schemeClr val="lt1"/>
                </a:solidFill>
                <a:latin typeface="Arial"/>
                <a:ea typeface="Arial"/>
                <a:cs typeface="Arial"/>
                <a:sym typeface="Arial"/>
              </a:endParaRPr>
            </a:p>
          </p:txBody>
        </p:sp>
        <p:sp>
          <p:nvSpPr>
            <p:cNvPr id="23" name="Google Shape;23;p11"/>
            <p:cNvSpPr/>
            <p:nvPr/>
          </p:nvSpPr>
          <p:spPr>
            <a:xfrm>
              <a:off x="6045200" y="1278466"/>
              <a:ext cx="2404533" cy="1978491"/>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867" u="none" cap="none" strike="noStrike">
                <a:solidFill>
                  <a:schemeClr val="lt1"/>
                </a:solidFill>
                <a:latin typeface="Arial"/>
                <a:ea typeface="Arial"/>
                <a:cs typeface="Arial"/>
                <a:sym typeface="Arial"/>
              </a:endParaRPr>
            </a:p>
          </p:txBody>
        </p:sp>
        <p:sp>
          <p:nvSpPr>
            <p:cNvPr id="24" name="Google Shape;24;p11"/>
            <p:cNvSpPr/>
            <p:nvPr/>
          </p:nvSpPr>
          <p:spPr>
            <a:xfrm>
              <a:off x="1642534" y="1278466"/>
              <a:ext cx="2404533" cy="2277534"/>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867" u="none" cap="none" strike="noStrike">
                <a:solidFill>
                  <a:schemeClr val="lt1"/>
                </a:solidFill>
                <a:latin typeface="Arial"/>
                <a:ea typeface="Arial"/>
                <a:cs typeface="Arial"/>
                <a:sym typeface="Arial"/>
              </a:endParaRPr>
            </a:p>
          </p:txBody>
        </p:sp>
      </p:grpSp>
      <p:sp>
        <p:nvSpPr>
          <p:cNvPr id="25" name="Google Shape;25;p11"/>
          <p:cNvSpPr txBox="1"/>
          <p:nvPr>
            <p:ph type="title"/>
          </p:nvPr>
        </p:nvSpPr>
        <p:spPr>
          <a:xfrm>
            <a:off x="415600" y="2587384"/>
            <a:ext cx="11360799" cy="11224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Clr>
                <a:schemeClr val="lt1"/>
              </a:buClr>
              <a:buSzPts val="3600"/>
              <a:buNone/>
              <a:defRPr sz="4800">
                <a:solidFill>
                  <a:schemeClr val="lt1"/>
                </a:solidFill>
              </a:defRPr>
            </a:lvl1pPr>
            <a:lvl2pPr lvl="1" algn="ctr">
              <a:lnSpc>
                <a:spcPct val="100000"/>
              </a:lnSpc>
              <a:spcBef>
                <a:spcPts val="0"/>
              </a:spcBef>
              <a:spcAft>
                <a:spcPts val="0"/>
              </a:spcAft>
              <a:buClr>
                <a:schemeClr val="lt1"/>
              </a:buClr>
              <a:buSzPts val="3600"/>
              <a:buNone/>
              <a:defRPr sz="4800">
                <a:solidFill>
                  <a:schemeClr val="lt1"/>
                </a:solidFill>
              </a:defRPr>
            </a:lvl2pPr>
            <a:lvl3pPr lvl="2" algn="ctr">
              <a:lnSpc>
                <a:spcPct val="100000"/>
              </a:lnSpc>
              <a:spcBef>
                <a:spcPts val="0"/>
              </a:spcBef>
              <a:spcAft>
                <a:spcPts val="0"/>
              </a:spcAft>
              <a:buClr>
                <a:schemeClr val="lt1"/>
              </a:buClr>
              <a:buSzPts val="3600"/>
              <a:buNone/>
              <a:defRPr sz="4800">
                <a:solidFill>
                  <a:schemeClr val="lt1"/>
                </a:solidFill>
              </a:defRPr>
            </a:lvl3pPr>
            <a:lvl4pPr lvl="3" algn="ctr">
              <a:lnSpc>
                <a:spcPct val="100000"/>
              </a:lnSpc>
              <a:spcBef>
                <a:spcPts val="0"/>
              </a:spcBef>
              <a:spcAft>
                <a:spcPts val="0"/>
              </a:spcAft>
              <a:buClr>
                <a:schemeClr val="lt1"/>
              </a:buClr>
              <a:buSzPts val="3600"/>
              <a:buNone/>
              <a:defRPr sz="4800">
                <a:solidFill>
                  <a:schemeClr val="lt1"/>
                </a:solidFill>
              </a:defRPr>
            </a:lvl4pPr>
            <a:lvl5pPr lvl="4" algn="ctr">
              <a:lnSpc>
                <a:spcPct val="100000"/>
              </a:lnSpc>
              <a:spcBef>
                <a:spcPts val="0"/>
              </a:spcBef>
              <a:spcAft>
                <a:spcPts val="0"/>
              </a:spcAft>
              <a:buClr>
                <a:schemeClr val="lt1"/>
              </a:buClr>
              <a:buSzPts val="3600"/>
              <a:buNone/>
              <a:defRPr sz="4800">
                <a:solidFill>
                  <a:schemeClr val="lt1"/>
                </a:solidFill>
              </a:defRPr>
            </a:lvl5pPr>
            <a:lvl6pPr lvl="5" algn="ctr">
              <a:lnSpc>
                <a:spcPct val="100000"/>
              </a:lnSpc>
              <a:spcBef>
                <a:spcPts val="0"/>
              </a:spcBef>
              <a:spcAft>
                <a:spcPts val="0"/>
              </a:spcAft>
              <a:buClr>
                <a:schemeClr val="lt1"/>
              </a:buClr>
              <a:buSzPts val="3600"/>
              <a:buNone/>
              <a:defRPr sz="4800">
                <a:solidFill>
                  <a:schemeClr val="lt1"/>
                </a:solidFill>
              </a:defRPr>
            </a:lvl6pPr>
            <a:lvl7pPr lvl="6" algn="ctr">
              <a:lnSpc>
                <a:spcPct val="100000"/>
              </a:lnSpc>
              <a:spcBef>
                <a:spcPts val="0"/>
              </a:spcBef>
              <a:spcAft>
                <a:spcPts val="0"/>
              </a:spcAft>
              <a:buClr>
                <a:schemeClr val="lt1"/>
              </a:buClr>
              <a:buSzPts val="3600"/>
              <a:buNone/>
              <a:defRPr sz="4800">
                <a:solidFill>
                  <a:schemeClr val="lt1"/>
                </a:solidFill>
              </a:defRPr>
            </a:lvl7pPr>
            <a:lvl8pPr lvl="7" algn="ctr">
              <a:lnSpc>
                <a:spcPct val="100000"/>
              </a:lnSpc>
              <a:spcBef>
                <a:spcPts val="0"/>
              </a:spcBef>
              <a:spcAft>
                <a:spcPts val="0"/>
              </a:spcAft>
              <a:buClr>
                <a:schemeClr val="lt1"/>
              </a:buClr>
              <a:buSzPts val="3600"/>
              <a:buNone/>
              <a:defRPr sz="4800">
                <a:solidFill>
                  <a:schemeClr val="lt1"/>
                </a:solidFill>
              </a:defRPr>
            </a:lvl8pPr>
            <a:lvl9pPr lvl="8" algn="ctr">
              <a:lnSpc>
                <a:spcPct val="100000"/>
              </a:lnSpc>
              <a:spcBef>
                <a:spcPts val="0"/>
              </a:spcBef>
              <a:spcAft>
                <a:spcPts val="0"/>
              </a:spcAft>
              <a:buClr>
                <a:schemeClr val="lt1"/>
              </a:buClr>
              <a:buSzPts val="3600"/>
              <a:buNone/>
              <a:defRPr sz="4800">
                <a:solidFill>
                  <a:schemeClr val="lt1"/>
                </a:solidFill>
              </a:defRPr>
            </a:lvl9pPr>
          </a:lstStyle>
          <a:p/>
        </p:txBody>
      </p:sp>
      <p:pic>
        <p:nvPicPr>
          <p:cNvPr id="26" name="Google Shape;26;p11"/>
          <p:cNvPicPr preferRelativeResize="0"/>
          <p:nvPr/>
        </p:nvPicPr>
        <p:blipFill rotWithShape="1">
          <a:blip r:embed="rId3">
            <a:alphaModFix/>
          </a:blip>
          <a:srcRect b="0" l="0" r="0" t="0"/>
          <a:stretch/>
        </p:blipFill>
        <p:spPr>
          <a:xfrm>
            <a:off x="414952" y="242009"/>
            <a:ext cx="2750400" cy="1155965"/>
          </a:xfrm>
          <a:prstGeom prst="rect">
            <a:avLst/>
          </a:prstGeom>
          <a:noFill/>
          <a:ln>
            <a:noFill/>
          </a:ln>
        </p:spPr>
      </p:pic>
    </p:spTree>
  </p:cSld>
  <p:clrMapOvr>
    <a:masterClrMapping/>
  </p:clrMapOvr>
  <p:extLst>
    <p:ext uri="{DCECCB84-F9BA-43D5-87BE-67443E8EF086}">
      <p15:sldGuideLst>
        <p15:guide id="1" orient="horz" pos="1620">
          <p15:clr>
            <a:srgbClr val="FBAE40"/>
          </p15:clr>
        </p15:guide>
        <p15:guide id="2" pos="2880">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p:cSld name="1_Section header">
    <p:bg>
      <p:bgPr>
        <a:solidFill>
          <a:schemeClr val="lt2"/>
        </a:solidFill>
      </p:bgPr>
    </p:bg>
    <p:spTree>
      <p:nvGrpSpPr>
        <p:cNvPr id="27" name="Shape 27"/>
        <p:cNvGrpSpPr/>
        <p:nvPr/>
      </p:nvGrpSpPr>
      <p:grpSpPr>
        <a:xfrm>
          <a:off x="0" y="0"/>
          <a:ext cx="0" cy="0"/>
          <a:chOff x="0" y="0"/>
          <a:chExt cx="0" cy="0"/>
        </a:xfrm>
      </p:grpSpPr>
      <p:grpSp>
        <p:nvGrpSpPr>
          <p:cNvPr id="28" name="Google Shape;28;p12"/>
          <p:cNvGrpSpPr/>
          <p:nvPr/>
        </p:nvGrpSpPr>
        <p:grpSpPr>
          <a:xfrm>
            <a:off x="0" y="5967816"/>
            <a:ext cx="12191999" cy="890184"/>
            <a:chOff x="2374014" y="4484308"/>
            <a:chExt cx="9028304" cy="659191"/>
          </a:xfrm>
        </p:grpSpPr>
        <p:pic>
          <p:nvPicPr>
            <p:cNvPr id="29" name="Google Shape;29;p12"/>
            <p:cNvPicPr preferRelativeResize="0"/>
            <p:nvPr/>
          </p:nvPicPr>
          <p:blipFill rotWithShape="1">
            <a:blip r:embed="rId2">
              <a:alphaModFix/>
            </a:blip>
            <a:srcRect b="0" l="0" r="0" t="0"/>
            <a:stretch/>
          </p:blipFill>
          <p:spPr>
            <a:xfrm>
              <a:off x="6817945" y="4484308"/>
              <a:ext cx="4584373" cy="659191"/>
            </a:xfrm>
            <a:prstGeom prst="rect">
              <a:avLst/>
            </a:prstGeom>
            <a:noFill/>
            <a:ln>
              <a:noFill/>
            </a:ln>
          </p:spPr>
        </p:pic>
        <p:pic>
          <p:nvPicPr>
            <p:cNvPr id="30" name="Google Shape;30;p12"/>
            <p:cNvPicPr preferRelativeResize="0"/>
            <p:nvPr/>
          </p:nvPicPr>
          <p:blipFill rotWithShape="1">
            <a:blip r:embed="rId2">
              <a:alphaModFix/>
            </a:blip>
            <a:srcRect b="0" l="0" r="0" t="0"/>
            <a:stretch/>
          </p:blipFill>
          <p:spPr>
            <a:xfrm>
              <a:off x="2374014" y="4484308"/>
              <a:ext cx="4584373" cy="659191"/>
            </a:xfrm>
            <a:prstGeom prst="rect">
              <a:avLst/>
            </a:prstGeom>
            <a:noFill/>
            <a:ln>
              <a:noFill/>
            </a:ln>
          </p:spPr>
        </p:pic>
      </p:grpSp>
      <p:pic>
        <p:nvPicPr>
          <p:cNvPr id="31" name="Google Shape;31;p12"/>
          <p:cNvPicPr preferRelativeResize="0"/>
          <p:nvPr/>
        </p:nvPicPr>
        <p:blipFill rotWithShape="1">
          <a:blip r:embed="rId3">
            <a:alphaModFix/>
          </a:blip>
          <a:srcRect b="0" l="0" r="0" t="0"/>
          <a:stretch/>
        </p:blipFill>
        <p:spPr>
          <a:xfrm>
            <a:off x="8322298" y="821267"/>
            <a:ext cx="3869701" cy="6036733"/>
          </a:xfrm>
          <a:prstGeom prst="rect">
            <a:avLst/>
          </a:prstGeom>
          <a:noFill/>
          <a:ln>
            <a:noFill/>
          </a:ln>
        </p:spPr>
      </p:pic>
      <p:pic>
        <p:nvPicPr>
          <p:cNvPr id="32" name="Google Shape;32;p12"/>
          <p:cNvPicPr preferRelativeResize="0"/>
          <p:nvPr/>
        </p:nvPicPr>
        <p:blipFill rotWithShape="1">
          <a:blip r:embed="rId4">
            <a:alphaModFix/>
          </a:blip>
          <a:srcRect b="23715" l="12113" r="0" t="0"/>
          <a:stretch/>
        </p:blipFill>
        <p:spPr>
          <a:xfrm>
            <a:off x="-1" y="5566241"/>
            <a:ext cx="3661025" cy="1291759"/>
          </a:xfrm>
          <a:prstGeom prst="rect">
            <a:avLst/>
          </a:prstGeom>
          <a:noFill/>
          <a:ln>
            <a:noFill/>
          </a:ln>
        </p:spPr>
      </p:pic>
      <p:pic>
        <p:nvPicPr>
          <p:cNvPr id="33" name="Google Shape;33;p12"/>
          <p:cNvPicPr preferRelativeResize="0"/>
          <p:nvPr/>
        </p:nvPicPr>
        <p:blipFill rotWithShape="1">
          <a:blip r:embed="rId5">
            <a:alphaModFix/>
          </a:blip>
          <a:srcRect b="1" l="0" r="0" t="6472"/>
          <a:stretch/>
        </p:blipFill>
        <p:spPr>
          <a:xfrm>
            <a:off x="6633349" y="0"/>
            <a:ext cx="2595841" cy="1101403"/>
          </a:xfrm>
          <a:prstGeom prst="rect">
            <a:avLst/>
          </a:prstGeom>
          <a:noFill/>
          <a:ln>
            <a:noFill/>
          </a:ln>
        </p:spPr>
      </p:pic>
      <p:sp>
        <p:nvSpPr>
          <p:cNvPr id="34" name="Google Shape;34;p12"/>
          <p:cNvSpPr txBox="1"/>
          <p:nvPr>
            <p:ph type="title"/>
          </p:nvPr>
        </p:nvSpPr>
        <p:spPr>
          <a:xfrm>
            <a:off x="415600" y="2587384"/>
            <a:ext cx="11360799" cy="11224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Clr>
                <a:schemeClr val="lt1"/>
              </a:buClr>
              <a:buSzPts val="3600"/>
              <a:buNone/>
              <a:defRPr sz="4800">
                <a:solidFill>
                  <a:schemeClr val="lt1"/>
                </a:solidFill>
              </a:defRPr>
            </a:lvl1pPr>
            <a:lvl2pPr lvl="1" algn="ctr">
              <a:lnSpc>
                <a:spcPct val="100000"/>
              </a:lnSpc>
              <a:spcBef>
                <a:spcPts val="0"/>
              </a:spcBef>
              <a:spcAft>
                <a:spcPts val="0"/>
              </a:spcAft>
              <a:buClr>
                <a:schemeClr val="lt1"/>
              </a:buClr>
              <a:buSzPts val="3600"/>
              <a:buNone/>
              <a:defRPr sz="4800">
                <a:solidFill>
                  <a:schemeClr val="lt1"/>
                </a:solidFill>
              </a:defRPr>
            </a:lvl2pPr>
            <a:lvl3pPr lvl="2" algn="ctr">
              <a:lnSpc>
                <a:spcPct val="100000"/>
              </a:lnSpc>
              <a:spcBef>
                <a:spcPts val="0"/>
              </a:spcBef>
              <a:spcAft>
                <a:spcPts val="0"/>
              </a:spcAft>
              <a:buClr>
                <a:schemeClr val="lt1"/>
              </a:buClr>
              <a:buSzPts val="3600"/>
              <a:buNone/>
              <a:defRPr sz="4800">
                <a:solidFill>
                  <a:schemeClr val="lt1"/>
                </a:solidFill>
              </a:defRPr>
            </a:lvl3pPr>
            <a:lvl4pPr lvl="3" algn="ctr">
              <a:lnSpc>
                <a:spcPct val="100000"/>
              </a:lnSpc>
              <a:spcBef>
                <a:spcPts val="0"/>
              </a:spcBef>
              <a:spcAft>
                <a:spcPts val="0"/>
              </a:spcAft>
              <a:buClr>
                <a:schemeClr val="lt1"/>
              </a:buClr>
              <a:buSzPts val="3600"/>
              <a:buNone/>
              <a:defRPr sz="4800">
                <a:solidFill>
                  <a:schemeClr val="lt1"/>
                </a:solidFill>
              </a:defRPr>
            </a:lvl4pPr>
            <a:lvl5pPr lvl="4" algn="ctr">
              <a:lnSpc>
                <a:spcPct val="100000"/>
              </a:lnSpc>
              <a:spcBef>
                <a:spcPts val="0"/>
              </a:spcBef>
              <a:spcAft>
                <a:spcPts val="0"/>
              </a:spcAft>
              <a:buClr>
                <a:schemeClr val="lt1"/>
              </a:buClr>
              <a:buSzPts val="3600"/>
              <a:buNone/>
              <a:defRPr sz="4800">
                <a:solidFill>
                  <a:schemeClr val="lt1"/>
                </a:solidFill>
              </a:defRPr>
            </a:lvl5pPr>
            <a:lvl6pPr lvl="5" algn="ctr">
              <a:lnSpc>
                <a:spcPct val="100000"/>
              </a:lnSpc>
              <a:spcBef>
                <a:spcPts val="0"/>
              </a:spcBef>
              <a:spcAft>
                <a:spcPts val="0"/>
              </a:spcAft>
              <a:buClr>
                <a:schemeClr val="lt1"/>
              </a:buClr>
              <a:buSzPts val="3600"/>
              <a:buNone/>
              <a:defRPr sz="4800">
                <a:solidFill>
                  <a:schemeClr val="lt1"/>
                </a:solidFill>
              </a:defRPr>
            </a:lvl6pPr>
            <a:lvl7pPr lvl="6" algn="ctr">
              <a:lnSpc>
                <a:spcPct val="100000"/>
              </a:lnSpc>
              <a:spcBef>
                <a:spcPts val="0"/>
              </a:spcBef>
              <a:spcAft>
                <a:spcPts val="0"/>
              </a:spcAft>
              <a:buClr>
                <a:schemeClr val="lt1"/>
              </a:buClr>
              <a:buSzPts val="3600"/>
              <a:buNone/>
              <a:defRPr sz="4800">
                <a:solidFill>
                  <a:schemeClr val="lt1"/>
                </a:solidFill>
              </a:defRPr>
            </a:lvl7pPr>
            <a:lvl8pPr lvl="7" algn="ctr">
              <a:lnSpc>
                <a:spcPct val="100000"/>
              </a:lnSpc>
              <a:spcBef>
                <a:spcPts val="0"/>
              </a:spcBef>
              <a:spcAft>
                <a:spcPts val="0"/>
              </a:spcAft>
              <a:buClr>
                <a:schemeClr val="lt1"/>
              </a:buClr>
              <a:buSzPts val="3600"/>
              <a:buNone/>
              <a:defRPr sz="4800">
                <a:solidFill>
                  <a:schemeClr val="lt1"/>
                </a:solidFill>
              </a:defRPr>
            </a:lvl8pPr>
            <a:lvl9pPr lvl="8" algn="ctr">
              <a:lnSpc>
                <a:spcPct val="100000"/>
              </a:lnSpc>
              <a:spcBef>
                <a:spcPts val="0"/>
              </a:spcBef>
              <a:spcAft>
                <a:spcPts val="0"/>
              </a:spcAft>
              <a:buClr>
                <a:schemeClr val="lt1"/>
              </a:buClr>
              <a:buSzPts val="3600"/>
              <a:buNone/>
              <a:defRPr sz="4800">
                <a:solidFill>
                  <a:schemeClr val="lt1"/>
                </a:solidFill>
              </a:defRPr>
            </a:lvl9pPr>
          </a:lstStyle>
          <a:p/>
        </p:txBody>
      </p:sp>
      <p:pic>
        <p:nvPicPr>
          <p:cNvPr id="35" name="Google Shape;35;p12"/>
          <p:cNvPicPr preferRelativeResize="0"/>
          <p:nvPr/>
        </p:nvPicPr>
        <p:blipFill rotWithShape="1">
          <a:blip r:embed="rId6">
            <a:alphaModFix/>
          </a:blip>
          <a:srcRect b="0" l="0" r="0" t="0"/>
          <a:stretch/>
        </p:blipFill>
        <p:spPr>
          <a:xfrm>
            <a:off x="414952" y="242009"/>
            <a:ext cx="2750400" cy="1155965"/>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p:cSld name="1_Section header 2">
    <p:bg>
      <p:bgPr>
        <a:solidFill>
          <a:schemeClr val="lt2"/>
        </a:solidFill>
      </p:bgPr>
    </p:bg>
    <p:spTree>
      <p:nvGrpSpPr>
        <p:cNvPr id="36" name="Shape 36"/>
        <p:cNvGrpSpPr/>
        <p:nvPr/>
      </p:nvGrpSpPr>
      <p:grpSpPr>
        <a:xfrm>
          <a:off x="0" y="0"/>
          <a:ext cx="0" cy="0"/>
          <a:chOff x="0" y="0"/>
          <a:chExt cx="0" cy="0"/>
        </a:xfrm>
      </p:grpSpPr>
      <p:grpSp>
        <p:nvGrpSpPr>
          <p:cNvPr id="37" name="Google Shape;37;p13"/>
          <p:cNvGrpSpPr/>
          <p:nvPr/>
        </p:nvGrpSpPr>
        <p:grpSpPr>
          <a:xfrm>
            <a:off x="0" y="5967816"/>
            <a:ext cx="12191999" cy="890184"/>
            <a:chOff x="2374014" y="4484308"/>
            <a:chExt cx="9028304" cy="659191"/>
          </a:xfrm>
        </p:grpSpPr>
        <p:pic>
          <p:nvPicPr>
            <p:cNvPr id="38" name="Google Shape;38;p13"/>
            <p:cNvPicPr preferRelativeResize="0"/>
            <p:nvPr/>
          </p:nvPicPr>
          <p:blipFill rotWithShape="1">
            <a:blip r:embed="rId2">
              <a:alphaModFix/>
            </a:blip>
            <a:srcRect b="0" l="0" r="0" t="0"/>
            <a:stretch/>
          </p:blipFill>
          <p:spPr>
            <a:xfrm>
              <a:off x="6817945" y="4484308"/>
              <a:ext cx="4584373" cy="659191"/>
            </a:xfrm>
            <a:prstGeom prst="rect">
              <a:avLst/>
            </a:prstGeom>
            <a:noFill/>
            <a:ln>
              <a:noFill/>
            </a:ln>
          </p:spPr>
        </p:pic>
        <p:pic>
          <p:nvPicPr>
            <p:cNvPr id="39" name="Google Shape;39;p13"/>
            <p:cNvPicPr preferRelativeResize="0"/>
            <p:nvPr/>
          </p:nvPicPr>
          <p:blipFill rotWithShape="1">
            <a:blip r:embed="rId2">
              <a:alphaModFix/>
            </a:blip>
            <a:srcRect b="0" l="0" r="0" t="0"/>
            <a:stretch/>
          </p:blipFill>
          <p:spPr>
            <a:xfrm>
              <a:off x="2374014" y="4484308"/>
              <a:ext cx="4584373" cy="659191"/>
            </a:xfrm>
            <a:prstGeom prst="rect">
              <a:avLst/>
            </a:prstGeom>
            <a:noFill/>
            <a:ln>
              <a:noFill/>
            </a:ln>
          </p:spPr>
        </p:pic>
      </p:grpSp>
      <p:pic>
        <p:nvPicPr>
          <p:cNvPr id="40" name="Google Shape;40;p13"/>
          <p:cNvPicPr preferRelativeResize="0"/>
          <p:nvPr/>
        </p:nvPicPr>
        <p:blipFill rotWithShape="1">
          <a:blip r:embed="rId3">
            <a:alphaModFix/>
          </a:blip>
          <a:srcRect b="0" l="0" r="0" t="0"/>
          <a:stretch/>
        </p:blipFill>
        <p:spPr>
          <a:xfrm>
            <a:off x="8322298" y="821267"/>
            <a:ext cx="3869701" cy="6036733"/>
          </a:xfrm>
          <a:prstGeom prst="rect">
            <a:avLst/>
          </a:prstGeom>
          <a:noFill/>
          <a:ln>
            <a:noFill/>
          </a:ln>
        </p:spPr>
      </p:pic>
      <p:sp>
        <p:nvSpPr>
          <p:cNvPr id="41" name="Google Shape;41;p13"/>
          <p:cNvSpPr txBox="1"/>
          <p:nvPr>
            <p:ph type="ctrTitle"/>
          </p:nvPr>
        </p:nvSpPr>
        <p:spPr>
          <a:xfrm>
            <a:off x="531069" y="1831156"/>
            <a:ext cx="10680267" cy="2699251"/>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Clr>
                <a:schemeClr val="lt1"/>
              </a:buClr>
              <a:buSzPts val="4800"/>
              <a:buNone/>
              <a:defRPr sz="6400">
                <a:solidFill>
                  <a:schemeClr val="lt1"/>
                </a:solidFill>
              </a:defRPr>
            </a:lvl1pPr>
            <a:lvl2pPr lvl="1" algn="ctr">
              <a:lnSpc>
                <a:spcPct val="100000"/>
              </a:lnSpc>
              <a:spcBef>
                <a:spcPts val="0"/>
              </a:spcBef>
              <a:spcAft>
                <a:spcPts val="0"/>
              </a:spcAft>
              <a:buClr>
                <a:schemeClr val="lt1"/>
              </a:buClr>
              <a:buSzPts val="4800"/>
              <a:buNone/>
              <a:defRPr sz="6400">
                <a:solidFill>
                  <a:schemeClr val="lt1"/>
                </a:solidFill>
              </a:defRPr>
            </a:lvl2pPr>
            <a:lvl3pPr lvl="2" algn="ctr">
              <a:lnSpc>
                <a:spcPct val="100000"/>
              </a:lnSpc>
              <a:spcBef>
                <a:spcPts val="0"/>
              </a:spcBef>
              <a:spcAft>
                <a:spcPts val="0"/>
              </a:spcAft>
              <a:buClr>
                <a:schemeClr val="lt1"/>
              </a:buClr>
              <a:buSzPts val="4800"/>
              <a:buNone/>
              <a:defRPr sz="6400">
                <a:solidFill>
                  <a:schemeClr val="lt1"/>
                </a:solidFill>
              </a:defRPr>
            </a:lvl3pPr>
            <a:lvl4pPr lvl="3" algn="ctr">
              <a:lnSpc>
                <a:spcPct val="100000"/>
              </a:lnSpc>
              <a:spcBef>
                <a:spcPts val="0"/>
              </a:spcBef>
              <a:spcAft>
                <a:spcPts val="0"/>
              </a:spcAft>
              <a:buClr>
                <a:schemeClr val="lt1"/>
              </a:buClr>
              <a:buSzPts val="4800"/>
              <a:buNone/>
              <a:defRPr sz="6400">
                <a:solidFill>
                  <a:schemeClr val="lt1"/>
                </a:solidFill>
              </a:defRPr>
            </a:lvl4pPr>
            <a:lvl5pPr lvl="4" algn="ctr">
              <a:lnSpc>
                <a:spcPct val="100000"/>
              </a:lnSpc>
              <a:spcBef>
                <a:spcPts val="0"/>
              </a:spcBef>
              <a:spcAft>
                <a:spcPts val="0"/>
              </a:spcAft>
              <a:buClr>
                <a:schemeClr val="lt1"/>
              </a:buClr>
              <a:buSzPts val="4800"/>
              <a:buNone/>
              <a:defRPr sz="6400">
                <a:solidFill>
                  <a:schemeClr val="lt1"/>
                </a:solidFill>
              </a:defRPr>
            </a:lvl5pPr>
            <a:lvl6pPr lvl="5" algn="ctr">
              <a:lnSpc>
                <a:spcPct val="100000"/>
              </a:lnSpc>
              <a:spcBef>
                <a:spcPts val="0"/>
              </a:spcBef>
              <a:spcAft>
                <a:spcPts val="0"/>
              </a:spcAft>
              <a:buClr>
                <a:schemeClr val="lt1"/>
              </a:buClr>
              <a:buSzPts val="4800"/>
              <a:buNone/>
              <a:defRPr sz="6400">
                <a:solidFill>
                  <a:schemeClr val="lt1"/>
                </a:solidFill>
              </a:defRPr>
            </a:lvl6pPr>
            <a:lvl7pPr lvl="6" algn="ctr">
              <a:lnSpc>
                <a:spcPct val="100000"/>
              </a:lnSpc>
              <a:spcBef>
                <a:spcPts val="0"/>
              </a:spcBef>
              <a:spcAft>
                <a:spcPts val="0"/>
              </a:spcAft>
              <a:buClr>
                <a:schemeClr val="lt1"/>
              </a:buClr>
              <a:buSzPts val="4800"/>
              <a:buNone/>
              <a:defRPr sz="6400">
                <a:solidFill>
                  <a:schemeClr val="lt1"/>
                </a:solidFill>
              </a:defRPr>
            </a:lvl7pPr>
            <a:lvl8pPr lvl="7" algn="ctr">
              <a:lnSpc>
                <a:spcPct val="100000"/>
              </a:lnSpc>
              <a:spcBef>
                <a:spcPts val="0"/>
              </a:spcBef>
              <a:spcAft>
                <a:spcPts val="0"/>
              </a:spcAft>
              <a:buClr>
                <a:schemeClr val="lt1"/>
              </a:buClr>
              <a:buSzPts val="4800"/>
              <a:buNone/>
              <a:defRPr sz="6400">
                <a:solidFill>
                  <a:schemeClr val="lt1"/>
                </a:solidFill>
              </a:defRPr>
            </a:lvl8pPr>
            <a:lvl9pPr lvl="8" algn="ctr">
              <a:lnSpc>
                <a:spcPct val="100000"/>
              </a:lnSpc>
              <a:spcBef>
                <a:spcPts val="0"/>
              </a:spcBef>
              <a:spcAft>
                <a:spcPts val="0"/>
              </a:spcAft>
              <a:buClr>
                <a:schemeClr val="lt1"/>
              </a:buClr>
              <a:buSzPts val="4800"/>
              <a:buNone/>
              <a:defRPr sz="6400">
                <a:solidFill>
                  <a:schemeClr val="lt1"/>
                </a:solidFill>
              </a:defRPr>
            </a:lvl9pPr>
          </a:lstStyle>
          <a:p/>
        </p:txBody>
      </p:sp>
      <p:sp>
        <p:nvSpPr>
          <p:cNvPr id="42" name="Google Shape;42;p13"/>
          <p:cNvSpPr txBox="1"/>
          <p:nvPr>
            <p:ph idx="1" type="subTitle"/>
          </p:nvPr>
        </p:nvSpPr>
        <p:spPr>
          <a:xfrm>
            <a:off x="531068" y="4530407"/>
            <a:ext cx="10680267" cy="893572"/>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Clr>
                <a:schemeClr val="lt1"/>
              </a:buClr>
              <a:buSzPts val="2800"/>
              <a:buNone/>
              <a:defRPr b="1" sz="3733">
                <a:solidFill>
                  <a:schemeClr val="accent6"/>
                </a:solidFill>
              </a:defRPr>
            </a:lvl1pPr>
            <a:lvl2pPr lvl="1" algn="ctr">
              <a:lnSpc>
                <a:spcPct val="100000"/>
              </a:lnSpc>
              <a:spcBef>
                <a:spcPts val="0"/>
              </a:spcBef>
              <a:spcAft>
                <a:spcPts val="0"/>
              </a:spcAft>
              <a:buClr>
                <a:schemeClr val="lt1"/>
              </a:buClr>
              <a:buSzPts val="2800"/>
              <a:buNone/>
              <a:defRPr sz="3733">
                <a:solidFill>
                  <a:schemeClr val="lt1"/>
                </a:solidFill>
              </a:defRPr>
            </a:lvl2pPr>
            <a:lvl3pPr lvl="2" algn="ctr">
              <a:lnSpc>
                <a:spcPct val="100000"/>
              </a:lnSpc>
              <a:spcBef>
                <a:spcPts val="0"/>
              </a:spcBef>
              <a:spcAft>
                <a:spcPts val="0"/>
              </a:spcAft>
              <a:buClr>
                <a:schemeClr val="lt1"/>
              </a:buClr>
              <a:buSzPts val="2800"/>
              <a:buNone/>
              <a:defRPr sz="3733">
                <a:solidFill>
                  <a:schemeClr val="lt1"/>
                </a:solidFill>
              </a:defRPr>
            </a:lvl3pPr>
            <a:lvl4pPr lvl="3" algn="ctr">
              <a:lnSpc>
                <a:spcPct val="100000"/>
              </a:lnSpc>
              <a:spcBef>
                <a:spcPts val="0"/>
              </a:spcBef>
              <a:spcAft>
                <a:spcPts val="0"/>
              </a:spcAft>
              <a:buClr>
                <a:schemeClr val="lt1"/>
              </a:buClr>
              <a:buSzPts val="2800"/>
              <a:buNone/>
              <a:defRPr sz="3733">
                <a:solidFill>
                  <a:schemeClr val="lt1"/>
                </a:solidFill>
              </a:defRPr>
            </a:lvl4pPr>
            <a:lvl5pPr lvl="4" algn="ctr">
              <a:lnSpc>
                <a:spcPct val="100000"/>
              </a:lnSpc>
              <a:spcBef>
                <a:spcPts val="0"/>
              </a:spcBef>
              <a:spcAft>
                <a:spcPts val="0"/>
              </a:spcAft>
              <a:buClr>
                <a:schemeClr val="lt1"/>
              </a:buClr>
              <a:buSzPts val="2800"/>
              <a:buNone/>
              <a:defRPr sz="3733">
                <a:solidFill>
                  <a:schemeClr val="lt1"/>
                </a:solidFill>
              </a:defRPr>
            </a:lvl5pPr>
            <a:lvl6pPr lvl="5" algn="ctr">
              <a:lnSpc>
                <a:spcPct val="100000"/>
              </a:lnSpc>
              <a:spcBef>
                <a:spcPts val="0"/>
              </a:spcBef>
              <a:spcAft>
                <a:spcPts val="0"/>
              </a:spcAft>
              <a:buClr>
                <a:schemeClr val="lt1"/>
              </a:buClr>
              <a:buSzPts val="2800"/>
              <a:buNone/>
              <a:defRPr sz="3733">
                <a:solidFill>
                  <a:schemeClr val="lt1"/>
                </a:solidFill>
              </a:defRPr>
            </a:lvl6pPr>
            <a:lvl7pPr lvl="6" algn="ctr">
              <a:lnSpc>
                <a:spcPct val="100000"/>
              </a:lnSpc>
              <a:spcBef>
                <a:spcPts val="0"/>
              </a:spcBef>
              <a:spcAft>
                <a:spcPts val="0"/>
              </a:spcAft>
              <a:buClr>
                <a:schemeClr val="lt1"/>
              </a:buClr>
              <a:buSzPts val="2800"/>
              <a:buNone/>
              <a:defRPr sz="3733">
                <a:solidFill>
                  <a:schemeClr val="lt1"/>
                </a:solidFill>
              </a:defRPr>
            </a:lvl7pPr>
            <a:lvl8pPr lvl="7" algn="ctr">
              <a:lnSpc>
                <a:spcPct val="100000"/>
              </a:lnSpc>
              <a:spcBef>
                <a:spcPts val="0"/>
              </a:spcBef>
              <a:spcAft>
                <a:spcPts val="0"/>
              </a:spcAft>
              <a:buClr>
                <a:schemeClr val="lt1"/>
              </a:buClr>
              <a:buSzPts val="2800"/>
              <a:buNone/>
              <a:defRPr sz="3733">
                <a:solidFill>
                  <a:schemeClr val="lt1"/>
                </a:solidFill>
              </a:defRPr>
            </a:lvl8pPr>
            <a:lvl9pPr lvl="8" algn="ctr">
              <a:lnSpc>
                <a:spcPct val="100000"/>
              </a:lnSpc>
              <a:spcBef>
                <a:spcPts val="0"/>
              </a:spcBef>
              <a:spcAft>
                <a:spcPts val="0"/>
              </a:spcAft>
              <a:buClr>
                <a:schemeClr val="lt1"/>
              </a:buClr>
              <a:buSzPts val="2800"/>
              <a:buNone/>
              <a:defRPr sz="3733">
                <a:solidFill>
                  <a:schemeClr val="lt1"/>
                </a:solidFill>
              </a:defRPr>
            </a:lvl9pPr>
          </a:lstStyle>
          <a:p/>
        </p:txBody>
      </p:sp>
      <p:pic>
        <p:nvPicPr>
          <p:cNvPr id="43" name="Google Shape;43;p13"/>
          <p:cNvPicPr preferRelativeResize="0"/>
          <p:nvPr/>
        </p:nvPicPr>
        <p:blipFill rotWithShape="1">
          <a:blip r:embed="rId4">
            <a:alphaModFix/>
          </a:blip>
          <a:srcRect b="0" l="0" r="0" t="0"/>
          <a:stretch/>
        </p:blipFill>
        <p:spPr>
          <a:xfrm>
            <a:off x="414952" y="242009"/>
            <a:ext cx="2750400" cy="1155965"/>
          </a:xfrm>
          <a:prstGeom prst="rect">
            <a:avLst/>
          </a:prstGeom>
          <a:noFill/>
          <a:ln>
            <a:noFill/>
          </a:ln>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bg>
      <p:bgPr>
        <a:solidFill>
          <a:schemeClr val="lt1"/>
        </a:solidFill>
      </p:bgPr>
    </p:bg>
    <p:spTree>
      <p:nvGrpSpPr>
        <p:cNvPr id="44" name="Shape 44"/>
        <p:cNvGrpSpPr/>
        <p:nvPr/>
      </p:nvGrpSpPr>
      <p:grpSpPr>
        <a:xfrm>
          <a:off x="0" y="0"/>
          <a:ext cx="0" cy="0"/>
          <a:chOff x="0" y="0"/>
          <a:chExt cx="0" cy="0"/>
        </a:xfrm>
      </p:grpSpPr>
      <p:sp>
        <p:nvSpPr>
          <p:cNvPr id="45" name="Google Shape;45;p14"/>
          <p:cNvSpPr txBox="1"/>
          <p:nvPr>
            <p:ph type="title"/>
          </p:nvPr>
        </p:nvSpPr>
        <p:spPr>
          <a:xfrm>
            <a:off x="415600" y="593367"/>
            <a:ext cx="11360799" cy="7636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2800"/>
              <a:buNone/>
              <a:defRPr>
                <a:solidFill>
                  <a:srgbClr val="00144C"/>
                </a:solidFill>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46" name="Google Shape;46;p14"/>
          <p:cNvSpPr txBox="1"/>
          <p:nvPr>
            <p:ph idx="1" type="body"/>
          </p:nvPr>
        </p:nvSpPr>
        <p:spPr>
          <a:xfrm>
            <a:off x="415600" y="1536633"/>
            <a:ext cx="11360799" cy="4423200"/>
          </a:xfrm>
          <a:prstGeom prst="rect">
            <a:avLst/>
          </a:prstGeom>
          <a:noFill/>
          <a:ln>
            <a:noFill/>
          </a:ln>
        </p:spPr>
        <p:txBody>
          <a:bodyPr anchorCtr="0" anchor="t" bIns="0" lIns="0" spcFirstLastPara="1" rIns="0" wrap="square" tIns="0">
            <a:noAutofit/>
          </a:bodyPr>
          <a:lstStyle>
            <a:lvl1pPr indent="-342900" lvl="0" marL="457200" algn="l">
              <a:lnSpc>
                <a:spcPct val="115000"/>
              </a:lnSpc>
              <a:spcBef>
                <a:spcPts val="0"/>
              </a:spcBef>
              <a:spcAft>
                <a:spcPts val="0"/>
              </a:spcAft>
              <a:buSzPts val="1800"/>
              <a:buChar char="●"/>
              <a:defRPr sz="1600"/>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47" name="Google Shape;47;p14"/>
          <p:cNvSpPr txBox="1"/>
          <p:nvPr>
            <p:ph idx="12" type="sldNum"/>
          </p:nvPr>
        </p:nvSpPr>
        <p:spPr>
          <a:xfrm>
            <a:off x="11044799" y="6217623"/>
            <a:ext cx="731600" cy="524800"/>
          </a:xfrm>
          <a:prstGeom prst="rect">
            <a:avLst/>
          </a:prstGeom>
          <a:noFill/>
          <a:ln>
            <a:noFill/>
          </a:ln>
        </p:spPr>
        <p:txBody>
          <a:bodyPr anchorCtr="0" anchor="ctr" bIns="0" lIns="0" spcFirstLastPara="1" rIns="0" wrap="square" tIns="0">
            <a:noAutofit/>
          </a:bodyPr>
          <a:lstStyle>
            <a:lvl1pPr indent="0" lvl="0" marL="0" marR="0" algn="r">
              <a:lnSpc>
                <a:spcPct val="100000"/>
              </a:lnSpc>
              <a:spcBef>
                <a:spcPts val="0"/>
              </a:spcBef>
              <a:spcAft>
                <a:spcPts val="0"/>
              </a:spcAft>
              <a:buClr>
                <a:srgbClr val="000000"/>
              </a:buClr>
              <a:buSzPts val="1000"/>
              <a:buFont typeface="Arial"/>
              <a:buNone/>
              <a:defRPr b="1" i="0" sz="1333"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1" i="0" sz="1333"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1" i="0" sz="1333"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1" i="0" sz="1333"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1" i="0" sz="1333"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1" i="0" sz="1333"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1" i="0" sz="1333"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1" i="0" sz="1333"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1" i="0" sz="1333"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pic>
        <p:nvPicPr>
          <p:cNvPr id="48" name="Google Shape;48;p14"/>
          <p:cNvPicPr preferRelativeResize="0"/>
          <p:nvPr/>
        </p:nvPicPr>
        <p:blipFill rotWithShape="1">
          <a:blip r:embed="rId2">
            <a:alphaModFix/>
          </a:blip>
          <a:srcRect b="0" l="0" r="0" t="0"/>
          <a:stretch/>
        </p:blipFill>
        <p:spPr>
          <a:xfrm>
            <a:off x="415600" y="6121888"/>
            <a:ext cx="1483200" cy="623375"/>
          </a:xfrm>
          <a:prstGeom prst="rect">
            <a:avLst/>
          </a:prstGeom>
          <a:noFill/>
          <a:ln>
            <a:noFill/>
          </a:ln>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p:cSld name="1_Title and body">
    <p:bg>
      <p:bgPr>
        <a:solidFill>
          <a:schemeClr val="lt1"/>
        </a:solidFill>
      </p:bgPr>
    </p:bg>
    <p:spTree>
      <p:nvGrpSpPr>
        <p:cNvPr id="49" name="Shape 49"/>
        <p:cNvGrpSpPr/>
        <p:nvPr/>
      </p:nvGrpSpPr>
      <p:grpSpPr>
        <a:xfrm>
          <a:off x="0" y="0"/>
          <a:ext cx="0" cy="0"/>
          <a:chOff x="0" y="0"/>
          <a:chExt cx="0" cy="0"/>
        </a:xfrm>
      </p:grpSpPr>
      <p:sp>
        <p:nvSpPr>
          <p:cNvPr id="50" name="Google Shape;50;p15"/>
          <p:cNvSpPr/>
          <p:nvPr/>
        </p:nvSpPr>
        <p:spPr>
          <a:xfrm>
            <a:off x="9467" y="7500"/>
            <a:ext cx="12182532" cy="13972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867" u="none" cap="none" strike="noStrike">
              <a:solidFill>
                <a:srgbClr val="000000"/>
              </a:solidFill>
              <a:latin typeface="Arial"/>
              <a:ea typeface="Arial"/>
              <a:cs typeface="Arial"/>
              <a:sym typeface="Arial"/>
            </a:endParaRPr>
          </a:p>
        </p:txBody>
      </p:sp>
      <p:sp>
        <p:nvSpPr>
          <p:cNvPr id="51" name="Google Shape;51;p15"/>
          <p:cNvSpPr txBox="1"/>
          <p:nvPr>
            <p:ph type="title"/>
          </p:nvPr>
        </p:nvSpPr>
        <p:spPr>
          <a:xfrm>
            <a:off x="415600" y="0"/>
            <a:ext cx="9266318" cy="1397200"/>
          </a:xfrm>
          <a:prstGeom prst="rect">
            <a:avLst/>
          </a:prstGeom>
          <a:noFill/>
          <a:ln>
            <a:noFill/>
          </a:ln>
        </p:spPr>
        <p:txBody>
          <a:bodyPr anchorCtr="0" anchor="ctr" bIns="0" lIns="0" spcFirstLastPara="1" rIns="0" wrap="square" tIns="0">
            <a:normAutofit/>
          </a:bodyPr>
          <a:lstStyle>
            <a:lvl1pPr lvl="0" algn="l">
              <a:lnSpc>
                <a:spcPct val="100000"/>
              </a:lnSpc>
              <a:spcBef>
                <a:spcPts val="0"/>
              </a:spcBef>
              <a:spcAft>
                <a:spcPts val="0"/>
              </a:spcAft>
              <a:buSzPts val="2800"/>
              <a:buNone/>
              <a:defRPr>
                <a:solidFill>
                  <a:schemeClr val="lt1"/>
                </a:solidFill>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52" name="Google Shape;52;p15"/>
          <p:cNvSpPr txBox="1"/>
          <p:nvPr>
            <p:ph idx="1" type="body"/>
          </p:nvPr>
        </p:nvSpPr>
        <p:spPr>
          <a:xfrm>
            <a:off x="415600" y="1536633"/>
            <a:ext cx="11360799" cy="4423200"/>
          </a:xfrm>
          <a:prstGeom prst="rect">
            <a:avLst/>
          </a:prstGeom>
          <a:noFill/>
          <a:ln>
            <a:noFill/>
          </a:ln>
        </p:spPr>
        <p:txBody>
          <a:bodyPr anchorCtr="0" anchor="t" bIns="0" lIns="0" spcFirstLastPara="1" rIns="0" wrap="square" tIns="0">
            <a:noAutofit/>
          </a:bodyPr>
          <a:lstStyle>
            <a:lvl1pPr indent="-342900" lvl="0" marL="457200" algn="l">
              <a:lnSpc>
                <a:spcPct val="115000"/>
              </a:lnSpc>
              <a:spcBef>
                <a:spcPts val="0"/>
              </a:spcBef>
              <a:spcAft>
                <a:spcPts val="0"/>
              </a:spcAft>
              <a:buSzPts val="1800"/>
              <a:buChar char="●"/>
              <a:defRPr sz="1600"/>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53" name="Google Shape;53;p15"/>
          <p:cNvSpPr txBox="1"/>
          <p:nvPr>
            <p:ph idx="12" type="sldNum"/>
          </p:nvPr>
        </p:nvSpPr>
        <p:spPr>
          <a:xfrm>
            <a:off x="11044799" y="6217623"/>
            <a:ext cx="731600" cy="524800"/>
          </a:xfrm>
          <a:prstGeom prst="rect">
            <a:avLst/>
          </a:prstGeom>
          <a:noFill/>
          <a:ln>
            <a:noFill/>
          </a:ln>
        </p:spPr>
        <p:txBody>
          <a:bodyPr anchorCtr="0" anchor="ctr" bIns="0" lIns="0" spcFirstLastPara="1" rIns="0" wrap="square" tIns="0">
            <a:noAutofit/>
          </a:bodyPr>
          <a:lstStyle>
            <a:lvl1pPr indent="0" lvl="0" marL="0" marR="0" algn="r">
              <a:lnSpc>
                <a:spcPct val="100000"/>
              </a:lnSpc>
              <a:spcBef>
                <a:spcPts val="0"/>
              </a:spcBef>
              <a:spcAft>
                <a:spcPts val="0"/>
              </a:spcAft>
              <a:buClr>
                <a:srgbClr val="000000"/>
              </a:buClr>
              <a:buSzPts val="1000"/>
              <a:buFont typeface="Arial"/>
              <a:buNone/>
              <a:defRPr b="1" i="0" sz="1333"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1" i="0" sz="1333"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1" i="0" sz="1333"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1" i="0" sz="1333"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1" i="0" sz="1333"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1" i="0" sz="1333"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1" i="0" sz="1333"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1" i="0" sz="1333"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1" i="0" sz="1333"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pic>
        <p:nvPicPr>
          <p:cNvPr id="54" name="Google Shape;54;p15"/>
          <p:cNvPicPr preferRelativeResize="0"/>
          <p:nvPr/>
        </p:nvPicPr>
        <p:blipFill rotWithShape="1">
          <a:blip r:embed="rId2">
            <a:alphaModFix/>
          </a:blip>
          <a:srcRect b="0" l="0" r="0" t="0"/>
          <a:stretch/>
        </p:blipFill>
        <p:spPr>
          <a:xfrm>
            <a:off x="10103498" y="338495"/>
            <a:ext cx="1713600" cy="720209"/>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bg>
      <p:bgPr>
        <a:solidFill>
          <a:schemeClr val="lt1"/>
        </a:solidFill>
      </p:bgPr>
    </p:bg>
    <p:spTree>
      <p:nvGrpSpPr>
        <p:cNvPr id="55" name="Shape 55"/>
        <p:cNvGrpSpPr/>
        <p:nvPr/>
      </p:nvGrpSpPr>
      <p:grpSpPr>
        <a:xfrm>
          <a:off x="0" y="0"/>
          <a:ext cx="0" cy="0"/>
          <a:chOff x="0" y="0"/>
          <a:chExt cx="0" cy="0"/>
        </a:xfrm>
      </p:grpSpPr>
      <p:sp>
        <p:nvSpPr>
          <p:cNvPr id="56" name="Google Shape;56;p16"/>
          <p:cNvSpPr txBox="1"/>
          <p:nvPr>
            <p:ph type="title"/>
          </p:nvPr>
        </p:nvSpPr>
        <p:spPr>
          <a:xfrm>
            <a:off x="415600" y="593367"/>
            <a:ext cx="11360799" cy="7636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2800"/>
              <a:buNone/>
              <a:defRPr>
                <a:solidFill>
                  <a:srgbClr val="00144C"/>
                </a:solidFill>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57" name="Google Shape;57;p16"/>
          <p:cNvSpPr txBox="1"/>
          <p:nvPr>
            <p:ph idx="1" type="body"/>
          </p:nvPr>
        </p:nvSpPr>
        <p:spPr>
          <a:xfrm>
            <a:off x="415600" y="1536633"/>
            <a:ext cx="5333200" cy="4423200"/>
          </a:xfrm>
          <a:prstGeom prst="rect">
            <a:avLst/>
          </a:prstGeom>
          <a:noFill/>
          <a:ln>
            <a:noFill/>
          </a:ln>
        </p:spPr>
        <p:txBody>
          <a:bodyPr anchorCtr="0" anchor="t" bIns="0" lIns="0" spcFirstLastPara="1" rIns="0" wrap="square" tIns="0">
            <a:noAutofit/>
          </a:bodyPr>
          <a:lstStyle>
            <a:lvl1pPr indent="-317500" lvl="0" marL="457200" algn="l">
              <a:lnSpc>
                <a:spcPct val="115000"/>
              </a:lnSpc>
              <a:spcBef>
                <a:spcPts val="0"/>
              </a:spcBef>
              <a:spcAft>
                <a:spcPts val="0"/>
              </a:spcAft>
              <a:buSzPts val="1400"/>
              <a:buChar char="●"/>
              <a:defRPr sz="1600"/>
            </a:lvl1pPr>
            <a:lvl2pPr indent="-304800" lvl="1" marL="914400" algn="l">
              <a:lnSpc>
                <a:spcPct val="115000"/>
              </a:lnSpc>
              <a:spcBef>
                <a:spcPts val="0"/>
              </a:spcBef>
              <a:spcAft>
                <a:spcPts val="0"/>
              </a:spcAft>
              <a:buSzPts val="1200"/>
              <a:buChar char="○"/>
              <a:defRPr sz="1600"/>
            </a:lvl2pPr>
            <a:lvl3pPr indent="-304800" lvl="2" marL="1371600" algn="l">
              <a:lnSpc>
                <a:spcPct val="115000"/>
              </a:lnSpc>
              <a:spcBef>
                <a:spcPts val="0"/>
              </a:spcBef>
              <a:spcAft>
                <a:spcPts val="0"/>
              </a:spcAft>
              <a:buSzPts val="1200"/>
              <a:buChar char="■"/>
              <a:defRPr sz="1600"/>
            </a:lvl3pPr>
            <a:lvl4pPr indent="-304800" lvl="3" marL="1828800" algn="l">
              <a:lnSpc>
                <a:spcPct val="115000"/>
              </a:lnSpc>
              <a:spcBef>
                <a:spcPts val="0"/>
              </a:spcBef>
              <a:spcAft>
                <a:spcPts val="0"/>
              </a:spcAft>
              <a:buSzPts val="1200"/>
              <a:buChar char="●"/>
              <a:defRPr sz="1600"/>
            </a:lvl4pPr>
            <a:lvl5pPr indent="-304800" lvl="4" marL="2286000" algn="l">
              <a:lnSpc>
                <a:spcPct val="115000"/>
              </a:lnSpc>
              <a:spcBef>
                <a:spcPts val="0"/>
              </a:spcBef>
              <a:spcAft>
                <a:spcPts val="0"/>
              </a:spcAft>
              <a:buSzPts val="1200"/>
              <a:buChar char="○"/>
              <a:defRPr sz="1600"/>
            </a:lvl5pPr>
            <a:lvl6pPr indent="-304800" lvl="5" marL="2743200" algn="l">
              <a:lnSpc>
                <a:spcPct val="115000"/>
              </a:lnSpc>
              <a:spcBef>
                <a:spcPts val="0"/>
              </a:spcBef>
              <a:spcAft>
                <a:spcPts val="0"/>
              </a:spcAft>
              <a:buSzPts val="1200"/>
              <a:buChar char="■"/>
              <a:defRPr sz="1600"/>
            </a:lvl6pPr>
            <a:lvl7pPr indent="-304800" lvl="6" marL="3200400" algn="l">
              <a:lnSpc>
                <a:spcPct val="115000"/>
              </a:lnSpc>
              <a:spcBef>
                <a:spcPts val="0"/>
              </a:spcBef>
              <a:spcAft>
                <a:spcPts val="0"/>
              </a:spcAft>
              <a:buSzPts val="1200"/>
              <a:buChar char="●"/>
              <a:defRPr sz="1600"/>
            </a:lvl7pPr>
            <a:lvl8pPr indent="-304800" lvl="7" marL="3657600" algn="l">
              <a:lnSpc>
                <a:spcPct val="115000"/>
              </a:lnSpc>
              <a:spcBef>
                <a:spcPts val="0"/>
              </a:spcBef>
              <a:spcAft>
                <a:spcPts val="0"/>
              </a:spcAft>
              <a:buSzPts val="1200"/>
              <a:buChar char="○"/>
              <a:defRPr sz="1600"/>
            </a:lvl8pPr>
            <a:lvl9pPr indent="-304800" lvl="8" marL="4114800" algn="l">
              <a:lnSpc>
                <a:spcPct val="115000"/>
              </a:lnSpc>
              <a:spcBef>
                <a:spcPts val="0"/>
              </a:spcBef>
              <a:spcAft>
                <a:spcPts val="0"/>
              </a:spcAft>
              <a:buSzPts val="1200"/>
              <a:buChar char="■"/>
              <a:defRPr sz="1600"/>
            </a:lvl9pPr>
          </a:lstStyle>
          <a:p/>
        </p:txBody>
      </p:sp>
      <p:sp>
        <p:nvSpPr>
          <p:cNvPr id="58" name="Google Shape;58;p16"/>
          <p:cNvSpPr txBox="1"/>
          <p:nvPr>
            <p:ph idx="2" type="body"/>
          </p:nvPr>
        </p:nvSpPr>
        <p:spPr>
          <a:xfrm>
            <a:off x="6443199" y="1536633"/>
            <a:ext cx="5333200" cy="4423200"/>
          </a:xfrm>
          <a:prstGeom prst="rect">
            <a:avLst/>
          </a:prstGeom>
          <a:noFill/>
          <a:ln>
            <a:noFill/>
          </a:ln>
        </p:spPr>
        <p:txBody>
          <a:bodyPr anchorCtr="0" anchor="t" bIns="0" lIns="0" spcFirstLastPara="1" rIns="0" wrap="square" tIns="0">
            <a:noAutofit/>
          </a:bodyPr>
          <a:lstStyle>
            <a:lvl1pPr indent="-317500" lvl="0" marL="457200" algn="l">
              <a:lnSpc>
                <a:spcPct val="115000"/>
              </a:lnSpc>
              <a:spcBef>
                <a:spcPts val="0"/>
              </a:spcBef>
              <a:spcAft>
                <a:spcPts val="0"/>
              </a:spcAft>
              <a:buSzPts val="1400"/>
              <a:buChar char="●"/>
              <a:defRPr sz="1600"/>
            </a:lvl1pPr>
            <a:lvl2pPr indent="-304800" lvl="1" marL="914400" algn="l">
              <a:lnSpc>
                <a:spcPct val="115000"/>
              </a:lnSpc>
              <a:spcBef>
                <a:spcPts val="0"/>
              </a:spcBef>
              <a:spcAft>
                <a:spcPts val="0"/>
              </a:spcAft>
              <a:buSzPts val="1200"/>
              <a:buChar char="○"/>
              <a:defRPr sz="1600"/>
            </a:lvl2pPr>
            <a:lvl3pPr indent="-304800" lvl="2" marL="1371600" algn="l">
              <a:lnSpc>
                <a:spcPct val="115000"/>
              </a:lnSpc>
              <a:spcBef>
                <a:spcPts val="0"/>
              </a:spcBef>
              <a:spcAft>
                <a:spcPts val="0"/>
              </a:spcAft>
              <a:buSzPts val="1200"/>
              <a:buChar char="■"/>
              <a:defRPr sz="1600"/>
            </a:lvl3pPr>
            <a:lvl4pPr indent="-304800" lvl="3" marL="1828800" algn="l">
              <a:lnSpc>
                <a:spcPct val="115000"/>
              </a:lnSpc>
              <a:spcBef>
                <a:spcPts val="0"/>
              </a:spcBef>
              <a:spcAft>
                <a:spcPts val="0"/>
              </a:spcAft>
              <a:buSzPts val="1200"/>
              <a:buChar char="●"/>
              <a:defRPr sz="1600"/>
            </a:lvl4pPr>
            <a:lvl5pPr indent="-304800" lvl="4" marL="2286000" algn="l">
              <a:lnSpc>
                <a:spcPct val="115000"/>
              </a:lnSpc>
              <a:spcBef>
                <a:spcPts val="0"/>
              </a:spcBef>
              <a:spcAft>
                <a:spcPts val="0"/>
              </a:spcAft>
              <a:buSzPts val="1200"/>
              <a:buChar char="○"/>
              <a:defRPr sz="1600"/>
            </a:lvl5pPr>
            <a:lvl6pPr indent="-304800" lvl="5" marL="2743200" algn="l">
              <a:lnSpc>
                <a:spcPct val="115000"/>
              </a:lnSpc>
              <a:spcBef>
                <a:spcPts val="0"/>
              </a:spcBef>
              <a:spcAft>
                <a:spcPts val="0"/>
              </a:spcAft>
              <a:buSzPts val="1200"/>
              <a:buChar char="■"/>
              <a:defRPr sz="1600"/>
            </a:lvl6pPr>
            <a:lvl7pPr indent="-304800" lvl="6" marL="3200400" algn="l">
              <a:lnSpc>
                <a:spcPct val="115000"/>
              </a:lnSpc>
              <a:spcBef>
                <a:spcPts val="0"/>
              </a:spcBef>
              <a:spcAft>
                <a:spcPts val="0"/>
              </a:spcAft>
              <a:buSzPts val="1200"/>
              <a:buChar char="●"/>
              <a:defRPr sz="1600"/>
            </a:lvl7pPr>
            <a:lvl8pPr indent="-304800" lvl="7" marL="3657600" algn="l">
              <a:lnSpc>
                <a:spcPct val="115000"/>
              </a:lnSpc>
              <a:spcBef>
                <a:spcPts val="0"/>
              </a:spcBef>
              <a:spcAft>
                <a:spcPts val="0"/>
              </a:spcAft>
              <a:buSzPts val="1200"/>
              <a:buChar char="○"/>
              <a:defRPr sz="1600"/>
            </a:lvl8pPr>
            <a:lvl9pPr indent="-304800" lvl="8" marL="4114800" algn="l">
              <a:lnSpc>
                <a:spcPct val="115000"/>
              </a:lnSpc>
              <a:spcBef>
                <a:spcPts val="0"/>
              </a:spcBef>
              <a:spcAft>
                <a:spcPts val="0"/>
              </a:spcAft>
              <a:buSzPts val="1200"/>
              <a:buChar char="■"/>
              <a:defRPr sz="1600"/>
            </a:lvl9pPr>
          </a:lstStyle>
          <a:p/>
        </p:txBody>
      </p:sp>
      <p:sp>
        <p:nvSpPr>
          <p:cNvPr id="59" name="Google Shape;59;p16"/>
          <p:cNvSpPr txBox="1"/>
          <p:nvPr>
            <p:ph idx="12" type="sldNum"/>
          </p:nvPr>
        </p:nvSpPr>
        <p:spPr>
          <a:xfrm>
            <a:off x="11044799" y="6217623"/>
            <a:ext cx="731600" cy="524800"/>
          </a:xfrm>
          <a:prstGeom prst="rect">
            <a:avLst/>
          </a:prstGeom>
          <a:noFill/>
          <a:ln>
            <a:noFill/>
          </a:ln>
        </p:spPr>
        <p:txBody>
          <a:bodyPr anchorCtr="0" anchor="ctr" bIns="0" lIns="0" spcFirstLastPara="1" rIns="0" wrap="square" tIns="0">
            <a:noAutofit/>
          </a:bodyPr>
          <a:lstStyle>
            <a:lvl1pPr indent="0" lvl="0" marL="0" marR="0" algn="r">
              <a:lnSpc>
                <a:spcPct val="100000"/>
              </a:lnSpc>
              <a:spcBef>
                <a:spcPts val="0"/>
              </a:spcBef>
              <a:spcAft>
                <a:spcPts val="0"/>
              </a:spcAft>
              <a:buClr>
                <a:srgbClr val="000000"/>
              </a:buClr>
              <a:buSzPts val="1000"/>
              <a:buFont typeface="Arial"/>
              <a:buNone/>
              <a:defRPr b="1" i="0" sz="1333"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1" i="0" sz="1333"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1" i="0" sz="1333"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1" i="0" sz="1333"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1" i="0" sz="1333"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1" i="0" sz="1333"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1" i="0" sz="1333"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1" i="0" sz="1333"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1" i="0" sz="1333"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pic>
        <p:nvPicPr>
          <p:cNvPr id="60" name="Google Shape;60;p16"/>
          <p:cNvPicPr preferRelativeResize="0"/>
          <p:nvPr/>
        </p:nvPicPr>
        <p:blipFill rotWithShape="1">
          <a:blip r:embed="rId2">
            <a:alphaModFix/>
          </a:blip>
          <a:srcRect b="0" l="0" r="0" t="0"/>
          <a:stretch/>
        </p:blipFill>
        <p:spPr>
          <a:xfrm>
            <a:off x="415600" y="6121888"/>
            <a:ext cx="1483200" cy="623375"/>
          </a:xfrm>
          <a:prstGeom prst="rect">
            <a:avLst/>
          </a:prstGeom>
          <a:noFill/>
          <a:ln>
            <a:noFill/>
          </a:ln>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bg>
      <p:bgPr>
        <a:solidFill>
          <a:schemeClr val="lt1"/>
        </a:solidFill>
      </p:bgPr>
    </p:bg>
    <p:spTree>
      <p:nvGrpSpPr>
        <p:cNvPr id="61" name="Shape 61"/>
        <p:cNvGrpSpPr/>
        <p:nvPr/>
      </p:nvGrpSpPr>
      <p:grpSpPr>
        <a:xfrm>
          <a:off x="0" y="0"/>
          <a:ext cx="0" cy="0"/>
          <a:chOff x="0" y="0"/>
          <a:chExt cx="0" cy="0"/>
        </a:xfrm>
      </p:grpSpPr>
      <p:sp>
        <p:nvSpPr>
          <p:cNvPr id="62" name="Google Shape;62;p17"/>
          <p:cNvSpPr txBox="1"/>
          <p:nvPr>
            <p:ph type="title"/>
          </p:nvPr>
        </p:nvSpPr>
        <p:spPr>
          <a:xfrm>
            <a:off x="415600" y="593367"/>
            <a:ext cx="11360799" cy="7636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2800"/>
              <a:buNone/>
              <a:defRPr>
                <a:solidFill>
                  <a:srgbClr val="00144C"/>
                </a:solidFill>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63" name="Google Shape;63;p17"/>
          <p:cNvSpPr txBox="1"/>
          <p:nvPr>
            <p:ph idx="12" type="sldNum"/>
          </p:nvPr>
        </p:nvSpPr>
        <p:spPr>
          <a:xfrm>
            <a:off x="11044799" y="6217623"/>
            <a:ext cx="731600" cy="524800"/>
          </a:xfrm>
          <a:prstGeom prst="rect">
            <a:avLst/>
          </a:prstGeom>
          <a:noFill/>
          <a:ln>
            <a:noFill/>
          </a:ln>
        </p:spPr>
        <p:txBody>
          <a:bodyPr anchorCtr="0" anchor="ctr" bIns="0" lIns="0" spcFirstLastPara="1" rIns="0" wrap="square" tIns="0">
            <a:noAutofit/>
          </a:bodyPr>
          <a:lstStyle>
            <a:lvl1pPr indent="0" lvl="0" marL="0" marR="0" algn="r">
              <a:lnSpc>
                <a:spcPct val="100000"/>
              </a:lnSpc>
              <a:spcBef>
                <a:spcPts val="0"/>
              </a:spcBef>
              <a:spcAft>
                <a:spcPts val="0"/>
              </a:spcAft>
              <a:buClr>
                <a:srgbClr val="000000"/>
              </a:buClr>
              <a:buSzPts val="1000"/>
              <a:buFont typeface="Arial"/>
              <a:buNone/>
              <a:defRPr b="1" i="0" sz="1333"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1" i="0" sz="1333"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1" i="0" sz="1333"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1" i="0" sz="1333"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1" i="0" sz="1333"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1" i="0" sz="1333"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1" i="0" sz="1333"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1" i="0" sz="1333"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1" i="0" sz="1333"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pic>
        <p:nvPicPr>
          <p:cNvPr id="64" name="Google Shape;64;p17"/>
          <p:cNvPicPr preferRelativeResize="0"/>
          <p:nvPr/>
        </p:nvPicPr>
        <p:blipFill rotWithShape="1">
          <a:blip r:embed="rId2">
            <a:alphaModFix/>
          </a:blip>
          <a:srcRect b="0" l="0" r="0" t="0"/>
          <a:stretch/>
        </p:blipFill>
        <p:spPr>
          <a:xfrm>
            <a:off x="415600" y="6121888"/>
            <a:ext cx="1483200" cy="623375"/>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9"/>
          <p:cNvSpPr txBox="1"/>
          <p:nvPr>
            <p:ph type="title"/>
          </p:nvPr>
        </p:nvSpPr>
        <p:spPr>
          <a:xfrm>
            <a:off x="415600" y="593367"/>
            <a:ext cx="11360799" cy="763600"/>
          </a:xfrm>
          <a:prstGeom prst="rect">
            <a:avLst/>
          </a:prstGeom>
          <a:noFill/>
          <a:ln>
            <a:noFill/>
          </a:ln>
        </p:spPr>
        <p:txBody>
          <a:bodyPr anchorCtr="0" anchor="ctr" bIns="0" lIns="0" spcFirstLastPara="1" rIns="0" wrap="square" tIns="0">
            <a:noAutofit/>
          </a:bodyPr>
          <a:lstStyle>
            <a:lvl1pPr lvl="0" marR="0" rtl="0" algn="l">
              <a:lnSpc>
                <a:spcPct val="100000"/>
              </a:lnSpc>
              <a:spcBef>
                <a:spcPts val="0"/>
              </a:spcBef>
              <a:spcAft>
                <a:spcPts val="0"/>
              </a:spcAft>
              <a:buClr>
                <a:schemeClr val="accent1"/>
              </a:buClr>
              <a:buSzPts val="2800"/>
              <a:buFont typeface="Arial"/>
              <a:buNone/>
              <a:defRPr b="1" i="0" sz="3733" u="none" cap="none" strike="noStrike">
                <a:solidFill>
                  <a:schemeClr val="accent1"/>
                </a:solidFill>
                <a:latin typeface="Arial"/>
                <a:ea typeface="Arial"/>
                <a:cs typeface="Arial"/>
                <a:sym typeface="Arial"/>
              </a:defRPr>
            </a:lvl1pPr>
            <a:lvl2pPr lvl="1" marR="0" rtl="0" algn="l">
              <a:lnSpc>
                <a:spcPct val="100000"/>
              </a:lnSpc>
              <a:spcBef>
                <a:spcPts val="0"/>
              </a:spcBef>
              <a:spcAft>
                <a:spcPts val="0"/>
              </a:spcAft>
              <a:buClr>
                <a:schemeClr val="accent1"/>
              </a:buClr>
              <a:buSzPts val="2800"/>
              <a:buFont typeface="Arial"/>
              <a:buNone/>
              <a:defRPr b="0" i="0" sz="3733" u="none" cap="none" strike="noStrike">
                <a:solidFill>
                  <a:schemeClr val="accent1"/>
                </a:solidFill>
                <a:latin typeface="Arial"/>
                <a:ea typeface="Arial"/>
                <a:cs typeface="Arial"/>
                <a:sym typeface="Arial"/>
              </a:defRPr>
            </a:lvl2pPr>
            <a:lvl3pPr lvl="2" marR="0" rtl="0" algn="l">
              <a:lnSpc>
                <a:spcPct val="100000"/>
              </a:lnSpc>
              <a:spcBef>
                <a:spcPts val="0"/>
              </a:spcBef>
              <a:spcAft>
                <a:spcPts val="0"/>
              </a:spcAft>
              <a:buClr>
                <a:schemeClr val="accent1"/>
              </a:buClr>
              <a:buSzPts val="2800"/>
              <a:buFont typeface="Arial"/>
              <a:buNone/>
              <a:defRPr b="0" i="0" sz="3733" u="none" cap="none" strike="noStrike">
                <a:solidFill>
                  <a:schemeClr val="accent1"/>
                </a:solidFill>
                <a:latin typeface="Arial"/>
                <a:ea typeface="Arial"/>
                <a:cs typeface="Arial"/>
                <a:sym typeface="Arial"/>
              </a:defRPr>
            </a:lvl3pPr>
            <a:lvl4pPr lvl="3" marR="0" rtl="0" algn="l">
              <a:lnSpc>
                <a:spcPct val="100000"/>
              </a:lnSpc>
              <a:spcBef>
                <a:spcPts val="0"/>
              </a:spcBef>
              <a:spcAft>
                <a:spcPts val="0"/>
              </a:spcAft>
              <a:buClr>
                <a:schemeClr val="accent1"/>
              </a:buClr>
              <a:buSzPts val="2800"/>
              <a:buFont typeface="Arial"/>
              <a:buNone/>
              <a:defRPr b="0" i="0" sz="3733" u="none" cap="none" strike="noStrike">
                <a:solidFill>
                  <a:schemeClr val="accent1"/>
                </a:solidFill>
                <a:latin typeface="Arial"/>
                <a:ea typeface="Arial"/>
                <a:cs typeface="Arial"/>
                <a:sym typeface="Arial"/>
              </a:defRPr>
            </a:lvl4pPr>
            <a:lvl5pPr lvl="4" marR="0" rtl="0" algn="l">
              <a:lnSpc>
                <a:spcPct val="100000"/>
              </a:lnSpc>
              <a:spcBef>
                <a:spcPts val="0"/>
              </a:spcBef>
              <a:spcAft>
                <a:spcPts val="0"/>
              </a:spcAft>
              <a:buClr>
                <a:schemeClr val="accent1"/>
              </a:buClr>
              <a:buSzPts val="2800"/>
              <a:buFont typeface="Arial"/>
              <a:buNone/>
              <a:defRPr b="0" i="0" sz="3733" u="none" cap="none" strike="noStrike">
                <a:solidFill>
                  <a:schemeClr val="accent1"/>
                </a:solidFill>
                <a:latin typeface="Arial"/>
                <a:ea typeface="Arial"/>
                <a:cs typeface="Arial"/>
                <a:sym typeface="Arial"/>
              </a:defRPr>
            </a:lvl5pPr>
            <a:lvl6pPr lvl="5" marR="0" rtl="0" algn="l">
              <a:lnSpc>
                <a:spcPct val="100000"/>
              </a:lnSpc>
              <a:spcBef>
                <a:spcPts val="0"/>
              </a:spcBef>
              <a:spcAft>
                <a:spcPts val="0"/>
              </a:spcAft>
              <a:buClr>
                <a:schemeClr val="accent1"/>
              </a:buClr>
              <a:buSzPts val="2800"/>
              <a:buFont typeface="Arial"/>
              <a:buNone/>
              <a:defRPr b="0" i="0" sz="3733" u="none" cap="none" strike="noStrike">
                <a:solidFill>
                  <a:schemeClr val="accent1"/>
                </a:solidFill>
                <a:latin typeface="Arial"/>
                <a:ea typeface="Arial"/>
                <a:cs typeface="Arial"/>
                <a:sym typeface="Arial"/>
              </a:defRPr>
            </a:lvl6pPr>
            <a:lvl7pPr lvl="6" marR="0" rtl="0" algn="l">
              <a:lnSpc>
                <a:spcPct val="100000"/>
              </a:lnSpc>
              <a:spcBef>
                <a:spcPts val="0"/>
              </a:spcBef>
              <a:spcAft>
                <a:spcPts val="0"/>
              </a:spcAft>
              <a:buClr>
                <a:schemeClr val="accent1"/>
              </a:buClr>
              <a:buSzPts val="2800"/>
              <a:buFont typeface="Arial"/>
              <a:buNone/>
              <a:defRPr b="0" i="0" sz="3733" u="none" cap="none" strike="noStrike">
                <a:solidFill>
                  <a:schemeClr val="accent1"/>
                </a:solidFill>
                <a:latin typeface="Arial"/>
                <a:ea typeface="Arial"/>
                <a:cs typeface="Arial"/>
                <a:sym typeface="Arial"/>
              </a:defRPr>
            </a:lvl7pPr>
            <a:lvl8pPr lvl="7" marR="0" rtl="0" algn="l">
              <a:lnSpc>
                <a:spcPct val="100000"/>
              </a:lnSpc>
              <a:spcBef>
                <a:spcPts val="0"/>
              </a:spcBef>
              <a:spcAft>
                <a:spcPts val="0"/>
              </a:spcAft>
              <a:buClr>
                <a:schemeClr val="accent1"/>
              </a:buClr>
              <a:buSzPts val="2800"/>
              <a:buFont typeface="Arial"/>
              <a:buNone/>
              <a:defRPr b="0" i="0" sz="3733" u="none" cap="none" strike="noStrike">
                <a:solidFill>
                  <a:schemeClr val="accent1"/>
                </a:solidFill>
                <a:latin typeface="Arial"/>
                <a:ea typeface="Arial"/>
                <a:cs typeface="Arial"/>
                <a:sym typeface="Arial"/>
              </a:defRPr>
            </a:lvl8pPr>
            <a:lvl9pPr lvl="8" marR="0" rtl="0" algn="l">
              <a:lnSpc>
                <a:spcPct val="100000"/>
              </a:lnSpc>
              <a:spcBef>
                <a:spcPts val="0"/>
              </a:spcBef>
              <a:spcAft>
                <a:spcPts val="0"/>
              </a:spcAft>
              <a:buClr>
                <a:schemeClr val="accent1"/>
              </a:buClr>
              <a:buSzPts val="2800"/>
              <a:buFont typeface="Arial"/>
              <a:buNone/>
              <a:defRPr b="0" i="0" sz="3733" u="none" cap="none" strike="noStrike">
                <a:solidFill>
                  <a:schemeClr val="accent1"/>
                </a:solidFill>
                <a:latin typeface="Arial"/>
                <a:ea typeface="Arial"/>
                <a:cs typeface="Arial"/>
                <a:sym typeface="Arial"/>
              </a:defRPr>
            </a:lvl9pPr>
          </a:lstStyle>
          <a:p/>
        </p:txBody>
      </p:sp>
      <p:sp>
        <p:nvSpPr>
          <p:cNvPr id="7" name="Google Shape;7;p9"/>
          <p:cNvSpPr txBox="1"/>
          <p:nvPr>
            <p:ph idx="1" type="body"/>
          </p:nvPr>
        </p:nvSpPr>
        <p:spPr>
          <a:xfrm>
            <a:off x="415600" y="1536633"/>
            <a:ext cx="11360799" cy="4555200"/>
          </a:xfrm>
          <a:prstGeom prst="rect">
            <a:avLst/>
          </a:prstGeom>
          <a:noFill/>
          <a:ln>
            <a:noFill/>
          </a:ln>
        </p:spPr>
        <p:txBody>
          <a:bodyPr anchorCtr="0" anchor="t" bIns="0" lIns="0" spcFirstLastPara="1" rIns="0" wrap="square" tIns="0">
            <a:noAutofit/>
          </a:bodyPr>
          <a:lstStyle>
            <a:lvl1pPr indent="-342900" lvl="0" marL="457200" marR="0" rtl="0" algn="l">
              <a:lnSpc>
                <a:spcPct val="115000"/>
              </a:lnSpc>
              <a:spcBef>
                <a:spcPts val="0"/>
              </a:spcBef>
              <a:spcAft>
                <a:spcPts val="0"/>
              </a:spcAft>
              <a:buClr>
                <a:schemeClr val="dk2"/>
              </a:buClr>
              <a:buSzPts val="1800"/>
              <a:buFont typeface="Arial"/>
              <a:buChar char="●"/>
              <a:defRPr b="0" i="0" sz="2400" u="none" cap="none" strike="noStrike">
                <a:solidFill>
                  <a:schemeClr val="dk2"/>
                </a:solidFill>
                <a:latin typeface="Arial"/>
                <a:ea typeface="Arial"/>
                <a:cs typeface="Arial"/>
                <a:sym typeface="Arial"/>
              </a:defRPr>
            </a:lvl1pPr>
            <a:lvl2pPr indent="-317500" lvl="1" marL="914400" marR="0" rtl="0" algn="l">
              <a:lnSpc>
                <a:spcPct val="115000"/>
              </a:lnSpc>
              <a:spcBef>
                <a:spcPts val="0"/>
              </a:spcBef>
              <a:spcAft>
                <a:spcPts val="0"/>
              </a:spcAft>
              <a:buClr>
                <a:schemeClr val="dk2"/>
              </a:buClr>
              <a:buSzPts val="1400"/>
              <a:buFont typeface="Arial"/>
              <a:buChar char="○"/>
              <a:defRPr b="0" i="0" sz="1867" u="none" cap="none" strike="noStrike">
                <a:solidFill>
                  <a:schemeClr val="dk2"/>
                </a:solidFill>
                <a:latin typeface="Arial"/>
                <a:ea typeface="Arial"/>
                <a:cs typeface="Arial"/>
                <a:sym typeface="Arial"/>
              </a:defRPr>
            </a:lvl2pPr>
            <a:lvl3pPr indent="-317500" lvl="2" marL="1371600" marR="0" rtl="0" algn="l">
              <a:lnSpc>
                <a:spcPct val="115000"/>
              </a:lnSpc>
              <a:spcBef>
                <a:spcPts val="0"/>
              </a:spcBef>
              <a:spcAft>
                <a:spcPts val="0"/>
              </a:spcAft>
              <a:buClr>
                <a:schemeClr val="dk2"/>
              </a:buClr>
              <a:buSzPts val="1400"/>
              <a:buFont typeface="Arial"/>
              <a:buChar char="■"/>
              <a:defRPr b="0" i="0" sz="1867" u="none" cap="none" strike="noStrike">
                <a:solidFill>
                  <a:schemeClr val="dk2"/>
                </a:solidFill>
                <a:latin typeface="Arial"/>
                <a:ea typeface="Arial"/>
                <a:cs typeface="Arial"/>
                <a:sym typeface="Arial"/>
              </a:defRPr>
            </a:lvl3pPr>
            <a:lvl4pPr indent="-317500" lvl="3" marL="1828800" marR="0" rtl="0" algn="l">
              <a:lnSpc>
                <a:spcPct val="115000"/>
              </a:lnSpc>
              <a:spcBef>
                <a:spcPts val="0"/>
              </a:spcBef>
              <a:spcAft>
                <a:spcPts val="0"/>
              </a:spcAft>
              <a:buClr>
                <a:schemeClr val="dk2"/>
              </a:buClr>
              <a:buSzPts val="1400"/>
              <a:buFont typeface="Arial"/>
              <a:buChar char="●"/>
              <a:defRPr b="0" i="0" sz="1867" u="none" cap="none" strike="noStrike">
                <a:solidFill>
                  <a:schemeClr val="dk2"/>
                </a:solidFill>
                <a:latin typeface="Arial"/>
                <a:ea typeface="Arial"/>
                <a:cs typeface="Arial"/>
                <a:sym typeface="Arial"/>
              </a:defRPr>
            </a:lvl4pPr>
            <a:lvl5pPr indent="-317500" lvl="4" marL="2286000" marR="0" rtl="0" algn="l">
              <a:lnSpc>
                <a:spcPct val="115000"/>
              </a:lnSpc>
              <a:spcBef>
                <a:spcPts val="0"/>
              </a:spcBef>
              <a:spcAft>
                <a:spcPts val="0"/>
              </a:spcAft>
              <a:buClr>
                <a:schemeClr val="dk2"/>
              </a:buClr>
              <a:buSzPts val="1400"/>
              <a:buFont typeface="Arial"/>
              <a:buChar char="○"/>
              <a:defRPr b="0" i="0" sz="1867" u="none" cap="none" strike="noStrike">
                <a:solidFill>
                  <a:schemeClr val="dk2"/>
                </a:solidFill>
                <a:latin typeface="Arial"/>
                <a:ea typeface="Arial"/>
                <a:cs typeface="Arial"/>
                <a:sym typeface="Arial"/>
              </a:defRPr>
            </a:lvl5pPr>
            <a:lvl6pPr indent="-317500" lvl="5" marL="2743200" marR="0" rtl="0" algn="l">
              <a:lnSpc>
                <a:spcPct val="115000"/>
              </a:lnSpc>
              <a:spcBef>
                <a:spcPts val="0"/>
              </a:spcBef>
              <a:spcAft>
                <a:spcPts val="0"/>
              </a:spcAft>
              <a:buClr>
                <a:schemeClr val="dk2"/>
              </a:buClr>
              <a:buSzPts val="1400"/>
              <a:buFont typeface="Arial"/>
              <a:buChar char="■"/>
              <a:defRPr b="0" i="0" sz="1867" u="none" cap="none" strike="noStrike">
                <a:solidFill>
                  <a:schemeClr val="dk2"/>
                </a:solidFill>
                <a:latin typeface="Arial"/>
                <a:ea typeface="Arial"/>
                <a:cs typeface="Arial"/>
                <a:sym typeface="Arial"/>
              </a:defRPr>
            </a:lvl6pPr>
            <a:lvl7pPr indent="-317500" lvl="6" marL="3200400" marR="0" rtl="0" algn="l">
              <a:lnSpc>
                <a:spcPct val="115000"/>
              </a:lnSpc>
              <a:spcBef>
                <a:spcPts val="0"/>
              </a:spcBef>
              <a:spcAft>
                <a:spcPts val="0"/>
              </a:spcAft>
              <a:buClr>
                <a:schemeClr val="dk2"/>
              </a:buClr>
              <a:buSzPts val="1400"/>
              <a:buFont typeface="Arial"/>
              <a:buChar char="●"/>
              <a:defRPr b="0" i="0" sz="1867" u="none" cap="none" strike="noStrike">
                <a:solidFill>
                  <a:schemeClr val="dk2"/>
                </a:solidFill>
                <a:latin typeface="Arial"/>
                <a:ea typeface="Arial"/>
                <a:cs typeface="Arial"/>
                <a:sym typeface="Arial"/>
              </a:defRPr>
            </a:lvl7pPr>
            <a:lvl8pPr indent="-317500" lvl="7" marL="3657600" marR="0" rtl="0" algn="l">
              <a:lnSpc>
                <a:spcPct val="115000"/>
              </a:lnSpc>
              <a:spcBef>
                <a:spcPts val="0"/>
              </a:spcBef>
              <a:spcAft>
                <a:spcPts val="0"/>
              </a:spcAft>
              <a:buClr>
                <a:schemeClr val="dk2"/>
              </a:buClr>
              <a:buSzPts val="1400"/>
              <a:buFont typeface="Arial"/>
              <a:buChar char="○"/>
              <a:defRPr b="0" i="0" sz="1867" u="none" cap="none" strike="noStrike">
                <a:solidFill>
                  <a:schemeClr val="dk2"/>
                </a:solidFill>
                <a:latin typeface="Arial"/>
                <a:ea typeface="Arial"/>
                <a:cs typeface="Arial"/>
                <a:sym typeface="Arial"/>
              </a:defRPr>
            </a:lvl8pPr>
            <a:lvl9pPr indent="-317500" lvl="8" marL="4114800" marR="0" rtl="0" algn="l">
              <a:lnSpc>
                <a:spcPct val="115000"/>
              </a:lnSpc>
              <a:spcBef>
                <a:spcPts val="0"/>
              </a:spcBef>
              <a:spcAft>
                <a:spcPts val="0"/>
              </a:spcAft>
              <a:buClr>
                <a:schemeClr val="dk2"/>
              </a:buClr>
              <a:buSzPts val="1400"/>
              <a:buFont typeface="Arial"/>
              <a:buChar char="■"/>
              <a:defRPr b="0" i="0" sz="1867" u="none" cap="none" strike="noStrike">
                <a:solidFill>
                  <a:schemeClr val="dk2"/>
                </a:solidFill>
                <a:latin typeface="Arial"/>
                <a:ea typeface="Arial"/>
                <a:cs typeface="Arial"/>
                <a:sym typeface="Arial"/>
              </a:defRPr>
            </a:lvl9pPr>
          </a:lstStyle>
          <a:p/>
        </p:txBody>
      </p:sp>
      <p:sp>
        <p:nvSpPr>
          <p:cNvPr id="8" name="Google Shape;8;p9"/>
          <p:cNvSpPr txBox="1"/>
          <p:nvPr>
            <p:ph idx="12" type="sldNum"/>
          </p:nvPr>
        </p:nvSpPr>
        <p:spPr>
          <a:xfrm>
            <a:off x="11044799" y="6217623"/>
            <a:ext cx="731600" cy="524800"/>
          </a:xfrm>
          <a:prstGeom prst="rect">
            <a:avLst/>
          </a:prstGeom>
          <a:noFill/>
          <a:ln>
            <a:noFill/>
          </a:ln>
        </p:spPr>
        <p:txBody>
          <a:bodyPr anchorCtr="0" anchor="ctr" bIns="0" lIns="0" spcFirstLastPara="1" rIns="0" wrap="square" tIns="0">
            <a:noAutofit/>
          </a:bodyPr>
          <a:lstStyle>
            <a:lvl1pPr indent="0" lvl="0" marL="0" marR="0" rtl="0" algn="r">
              <a:lnSpc>
                <a:spcPct val="100000"/>
              </a:lnSpc>
              <a:spcBef>
                <a:spcPts val="0"/>
              </a:spcBef>
              <a:spcAft>
                <a:spcPts val="0"/>
              </a:spcAft>
              <a:buClr>
                <a:srgbClr val="000000"/>
              </a:buClr>
              <a:buSzPts val="1000"/>
              <a:buFont typeface="Arial"/>
              <a:buNone/>
              <a:defRPr b="1" i="0" sz="1333"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000"/>
              <a:buFont typeface="Arial"/>
              <a:buNone/>
              <a:defRPr b="1" i="0" sz="1333"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000"/>
              <a:buFont typeface="Arial"/>
              <a:buNone/>
              <a:defRPr b="1" i="0" sz="1333"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000"/>
              <a:buFont typeface="Arial"/>
              <a:buNone/>
              <a:defRPr b="1" i="0" sz="1333"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000"/>
              <a:buFont typeface="Arial"/>
              <a:buNone/>
              <a:defRPr b="1" i="0" sz="1333"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000"/>
              <a:buFont typeface="Arial"/>
              <a:buNone/>
              <a:defRPr b="1" i="0" sz="1333"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000"/>
              <a:buFont typeface="Arial"/>
              <a:buNone/>
              <a:defRPr b="1" i="0" sz="1333"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000"/>
              <a:buFont typeface="Arial"/>
              <a:buNone/>
              <a:defRPr b="1" i="0" sz="1333"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000"/>
              <a:buFont typeface="Arial"/>
              <a:buNone/>
              <a:defRPr b="1" i="0" sz="1333"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867"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867"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867"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867"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867"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867"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867"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867"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867"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867"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867"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867"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867"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867"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867"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867"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867"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867"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867"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867"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867"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867"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867"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867"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867"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867"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867"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jpg"/><Relationship Id="rId3" Type="http://schemas.openxmlformats.org/officeDocument/2006/relationships/image" Target="../media/image6.jpg"/><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7.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9.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1.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3.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4.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5.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6.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7.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8.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9.pn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0.png"/><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1.png"/><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2.png"/><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3.png"/><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4.png"/><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5.png"/><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6.png"/><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7.png"/><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8.png"/><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9.png"/><Relationship Id="rId3" Type="http://schemas.openxmlformats.org/officeDocument/2006/relationships/notesSlide" Target="../notesSlides/notesSlide2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75488" y="1691640"/>
            <a:ext cx="11109960" cy="585216"/>
          </a:xfrm>
          <a:prstGeom prst="rect">
            <a:avLst/>
          </a:prstGeom>
          <a:noFill/>
        </p:spPr>
        <p:txBody>
          <a:bodyPr wrap="square" lIns="0" rIns="0" tIns="0" bIns="0">
            <a:spAutoFit/>
          </a:bodyPr>
          <a:lstStyle/>
          <a:p>
            <a:pPr>
              <a:spcAft>
                <a:spcPts val="500"/>
              </a:spcAft>
              <a:defRPr sz="3600" b="1">
                <a:solidFill>
                  <a:srgbClr val="FFFFFF"/>
                </a:solidFill>
                <a:latin typeface="Liberation Sans"/>
              </a:defRPr>
            </a:pPr>
            <a:r>
              <a:t>Volcano for the Agentic AI Era:</a:t>
            </a:r>
          </a:p>
        </p:txBody>
      </p:sp>
      <p:sp>
        <p:nvSpPr>
          <p:cNvPr id="3" name="TextBox 2"/>
          <p:cNvSpPr txBox="1"/>
          <p:nvPr/>
        </p:nvSpPr>
        <p:spPr>
          <a:xfrm>
            <a:off x="475488" y="2423160"/>
            <a:ext cx="11109960" cy="484632"/>
          </a:xfrm>
          <a:prstGeom prst="rect">
            <a:avLst/>
          </a:prstGeom>
          <a:noFill/>
        </p:spPr>
        <p:txBody>
          <a:bodyPr wrap="square" lIns="0" rIns="0" tIns="0" bIns="0">
            <a:spAutoFit/>
          </a:bodyPr>
          <a:lstStyle/>
          <a:p>
            <a:pPr>
              <a:spcAft>
                <a:spcPts val="500"/>
              </a:spcAft>
              <a:defRPr sz="2600" b="0">
                <a:solidFill>
                  <a:srgbClr val="FFFFFF"/>
                </a:solidFill>
                <a:latin typeface="Liberation Sans"/>
              </a:defRPr>
            </a:pPr>
            <a:r>
              <a:t>Unified Scheduling Across Training, Inference, and Agents</a:t>
            </a:r>
          </a:p>
        </p:txBody>
      </p:sp>
      <p:sp>
        <p:nvSpPr>
          <p:cNvPr id="4" name="TextBox 3"/>
          <p:cNvSpPr txBox="1"/>
          <p:nvPr/>
        </p:nvSpPr>
        <p:spPr>
          <a:xfrm>
            <a:off x="475488" y="3200400"/>
            <a:ext cx="5440680" cy="365760"/>
          </a:xfrm>
          <a:prstGeom prst="rect">
            <a:avLst/>
          </a:prstGeom>
          <a:noFill/>
        </p:spPr>
        <p:txBody>
          <a:bodyPr wrap="square" lIns="0" rIns="0" tIns="0" bIns="0">
            <a:spAutoFit/>
          </a:bodyPr>
          <a:lstStyle/>
          <a:p>
            <a:pPr>
              <a:spcAft>
                <a:spcPts val="500"/>
              </a:spcAft>
              <a:defRPr sz="2200" b="1">
                <a:solidFill>
                  <a:srgbClr val="FFFFFF"/>
                </a:solidFill>
                <a:latin typeface="Liberation Sans"/>
              </a:defRPr>
            </a:pPr>
            <a:r>
              <a:t>Ricardo Aravena</a:t>
            </a:r>
          </a:p>
        </p:txBody>
      </p:sp>
      <p:sp>
        <p:nvSpPr>
          <p:cNvPr id="5" name="TextBox 4"/>
          <p:cNvSpPr txBox="1"/>
          <p:nvPr/>
        </p:nvSpPr>
        <p:spPr>
          <a:xfrm>
            <a:off x="475488" y="3593592"/>
            <a:ext cx="5440680" cy="274320"/>
          </a:xfrm>
          <a:prstGeom prst="rect">
            <a:avLst/>
          </a:prstGeom>
          <a:noFill/>
        </p:spPr>
        <p:txBody>
          <a:bodyPr wrap="square" lIns="0" rIns="0" tIns="0" bIns="0">
            <a:spAutoFit/>
          </a:bodyPr>
          <a:lstStyle/>
          <a:p>
            <a:pPr>
              <a:spcAft>
                <a:spcPts val="500"/>
              </a:spcAft>
              <a:defRPr sz="1700" b="0">
                <a:solidFill>
                  <a:srgbClr val="FFFFFF"/>
                </a:solidFill>
                <a:latin typeface="Liberation Sans"/>
              </a:defRPr>
            </a:pPr>
            <a:r>
              <a:t>AI Infrastructure Lead at Nunchux AI</a:t>
            </a:r>
          </a:p>
        </p:txBody>
      </p:sp>
      <p:sp>
        <p:nvSpPr>
          <p:cNvPr id="6" name="TextBox 5"/>
          <p:cNvSpPr txBox="1"/>
          <p:nvPr/>
        </p:nvSpPr>
        <p:spPr>
          <a:xfrm>
            <a:off x="475488" y="3858768"/>
            <a:ext cx="5440680" cy="256032"/>
          </a:xfrm>
          <a:prstGeom prst="rect">
            <a:avLst/>
          </a:prstGeom>
          <a:noFill/>
        </p:spPr>
        <p:txBody>
          <a:bodyPr wrap="square" lIns="0" rIns="0" tIns="0" bIns="0">
            <a:spAutoFit/>
          </a:bodyPr>
          <a:lstStyle/>
          <a:p>
            <a:pPr>
              <a:spcAft>
                <a:spcPts val="500"/>
              </a:spcAft>
              <a:defRPr sz="1600" b="0">
                <a:solidFill>
                  <a:srgbClr val="FFFFFF"/>
                </a:solidFill>
                <a:latin typeface="Liberation Sans"/>
              </a:defRPr>
            </a:pPr>
            <a:r>
              <a:t>CNCF TOC Alternate (GB)</a:t>
            </a:r>
          </a:p>
        </p:txBody>
      </p:sp>
      <p:sp>
        <p:nvSpPr>
          <p:cNvPr id="7" name="TextBox 6"/>
          <p:cNvSpPr txBox="1"/>
          <p:nvPr/>
        </p:nvSpPr>
        <p:spPr>
          <a:xfrm>
            <a:off x="6263640" y="3200400"/>
            <a:ext cx="5440680" cy="365760"/>
          </a:xfrm>
          <a:prstGeom prst="rect">
            <a:avLst/>
          </a:prstGeom>
          <a:noFill/>
        </p:spPr>
        <p:txBody>
          <a:bodyPr wrap="square" lIns="0" rIns="0" tIns="0" bIns="0">
            <a:spAutoFit/>
          </a:bodyPr>
          <a:lstStyle/>
          <a:p>
            <a:pPr>
              <a:spcAft>
                <a:spcPts val="500"/>
              </a:spcAft>
              <a:defRPr sz="2200" b="1">
                <a:solidFill>
                  <a:srgbClr val="FFFFFF"/>
                </a:solidFill>
                <a:latin typeface="Liberation Sans"/>
              </a:defRPr>
            </a:pPr>
            <a:r>
              <a:t>Rainie Li</a:t>
            </a:r>
          </a:p>
        </p:txBody>
      </p:sp>
      <p:sp>
        <p:nvSpPr>
          <p:cNvPr id="8" name="TextBox 7"/>
          <p:cNvSpPr txBox="1"/>
          <p:nvPr/>
        </p:nvSpPr>
        <p:spPr>
          <a:xfrm>
            <a:off x="6263640" y="3593592"/>
            <a:ext cx="5440680" cy="274320"/>
          </a:xfrm>
          <a:prstGeom prst="rect">
            <a:avLst/>
          </a:prstGeom>
          <a:noFill/>
        </p:spPr>
        <p:txBody>
          <a:bodyPr wrap="square" lIns="0" rIns="0" tIns="0" bIns="0">
            <a:spAutoFit/>
          </a:bodyPr>
          <a:lstStyle/>
          <a:p>
            <a:pPr>
              <a:spcAft>
                <a:spcPts val="500"/>
              </a:spcAft>
              <a:defRPr sz="1700" b="0">
                <a:solidFill>
                  <a:srgbClr val="FFFFFF"/>
                </a:solidFill>
                <a:latin typeface="Liberation Sans"/>
              </a:defRPr>
            </a:pPr>
            <a:r>
              <a:t>Engineering Manager at Pinterest</a:t>
            </a:r>
          </a:p>
        </p:txBody>
      </p:sp>
      <p:sp>
        <p:nvSpPr>
          <p:cNvPr id="9" name="TextBox 8"/>
          <p:cNvSpPr txBox="1"/>
          <p:nvPr/>
        </p:nvSpPr>
        <p:spPr>
          <a:xfrm>
            <a:off x="6263640" y="3858768"/>
            <a:ext cx="5440680" cy="256032"/>
          </a:xfrm>
          <a:prstGeom prst="rect">
            <a:avLst/>
          </a:prstGeom>
          <a:noFill/>
        </p:spPr>
        <p:txBody>
          <a:bodyPr wrap="square" lIns="0" rIns="0" tIns="0" bIns="0">
            <a:spAutoFit/>
          </a:bodyPr>
          <a:lstStyle/>
          <a:p>
            <a:pPr>
              <a:spcAft>
                <a:spcPts val="500"/>
              </a:spcAft>
              <a:defRPr sz="1600" b="0">
                <a:solidFill>
                  <a:srgbClr val="FFFFFF"/>
                </a:solidFill>
                <a:latin typeface="Liberation Sans"/>
              </a:defRPr>
            </a:pPr>
            <a:r>
              <a:t>Apache YuniKorn PMC member</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6052" y="474573"/>
            <a:ext cx="9144000" cy="448056"/>
          </a:xfrm>
          <a:prstGeom prst="rect">
            <a:avLst/>
          </a:prstGeom>
          <a:noFill/>
        </p:spPr>
        <p:txBody>
          <a:bodyPr wrap="square" lIns="0" rIns="0" tIns="0" bIns="0">
            <a:spAutoFit/>
          </a:bodyPr>
          <a:lstStyle/>
          <a:p>
            <a:pPr>
              <a:spcAft>
                <a:spcPts val="500"/>
              </a:spcAft>
              <a:defRPr sz="2800" b="1">
                <a:solidFill>
                  <a:srgbClr val="FFFFFF"/>
                </a:solidFill>
                <a:latin typeface="Liberation Sans"/>
              </a:defRPr>
            </a:pPr>
            <a:r>
              <a:t>Speakers</a:t>
            </a:r>
          </a:p>
        </p:txBody>
      </p:sp>
      <p:pic>
        <p:nvPicPr>
          <p:cNvPr id="3" name="Picture 2" descr="ricardo.jpeg"/>
          <p:cNvPicPr>
            <a:picLocks noChangeAspect="1"/>
          </p:cNvPicPr>
          <p:nvPr/>
        </p:nvPicPr>
        <p:blipFill>
          <a:blip r:embed="rId2"/>
          <a:stretch>
            <a:fillRect/>
          </a:stretch>
        </p:blipFill>
        <p:spPr>
          <a:xfrm>
            <a:off x="731520" y="1828800"/>
            <a:ext cx="1600200" cy="1600200"/>
          </a:xfrm>
          <a:prstGeom prst="rect">
            <a:avLst/>
          </a:prstGeom>
        </p:spPr>
      </p:pic>
      <p:sp>
        <p:nvSpPr>
          <p:cNvPr id="4" name="TextBox 3"/>
          <p:cNvSpPr txBox="1"/>
          <p:nvPr/>
        </p:nvSpPr>
        <p:spPr>
          <a:xfrm>
            <a:off x="731520" y="3675887"/>
            <a:ext cx="4937760" cy="457200"/>
          </a:xfrm>
          <a:prstGeom prst="rect">
            <a:avLst/>
          </a:prstGeom>
          <a:noFill/>
        </p:spPr>
        <p:txBody>
          <a:bodyPr wrap="square" lIns="0" rIns="0" tIns="0" bIns="0">
            <a:spAutoFit/>
          </a:bodyPr>
          <a:lstStyle/>
          <a:p>
            <a:pPr>
              <a:spcAft>
                <a:spcPts val="500"/>
              </a:spcAft>
              <a:defRPr sz="3000" b="1">
                <a:solidFill>
                  <a:srgbClr val="17283B"/>
                </a:solidFill>
                <a:latin typeface="Liberation Sans"/>
              </a:defRPr>
            </a:pPr>
            <a:r>
              <a:t>Ricardo Aravena</a:t>
            </a:r>
          </a:p>
        </p:txBody>
      </p:sp>
      <p:sp>
        <p:nvSpPr>
          <p:cNvPr id="5" name="TextBox 4"/>
          <p:cNvSpPr txBox="1"/>
          <p:nvPr/>
        </p:nvSpPr>
        <p:spPr>
          <a:xfrm>
            <a:off x="731520" y="4279392"/>
            <a:ext cx="4846320" cy="393192"/>
          </a:xfrm>
          <a:prstGeom prst="rect">
            <a:avLst/>
          </a:prstGeom>
          <a:noFill/>
        </p:spPr>
        <p:txBody>
          <a:bodyPr wrap="square" lIns="0" rIns="0" tIns="0" bIns="0">
            <a:spAutoFit/>
          </a:bodyPr>
          <a:lstStyle/>
          <a:p>
            <a:pPr>
              <a:spcAft>
                <a:spcPts val="500"/>
              </a:spcAft>
              <a:defRPr sz="2200" b="0">
                <a:solidFill>
                  <a:srgbClr val="164F89"/>
                </a:solidFill>
                <a:latin typeface="Liberation Sans"/>
              </a:defRPr>
            </a:pPr>
            <a:r>
              <a:t>AI Infrastructure Lead, Nunchux AI</a:t>
            </a:r>
          </a:p>
        </p:txBody>
      </p:sp>
      <p:sp>
        <p:nvSpPr>
          <p:cNvPr id="6" name="TextBox 5"/>
          <p:cNvSpPr txBox="1"/>
          <p:nvPr/>
        </p:nvSpPr>
        <p:spPr>
          <a:xfrm>
            <a:off x="731520" y="4818888"/>
            <a:ext cx="4846320" cy="777240"/>
          </a:xfrm>
          <a:prstGeom prst="rect">
            <a:avLst/>
          </a:prstGeom>
          <a:noFill/>
        </p:spPr>
        <p:txBody>
          <a:bodyPr wrap="square" lIns="0" rIns="0" tIns="0" bIns="0">
            <a:spAutoFit/>
          </a:bodyPr>
          <a:lstStyle/>
          <a:p>
            <a:pPr>
              <a:spcAft>
                <a:spcPts val="500"/>
              </a:spcAft>
              <a:defRPr sz="2000" b="0">
                <a:solidFill>
                  <a:srgbClr val="414F60"/>
                </a:solidFill>
                <a:latin typeface="Liberation Sans"/>
              </a:defRPr>
            </a:pPr>
            <a:r>
              <a:t>CNCF TOC Alternate (GB)</a:t>
            </a:r>
          </a:p>
          <a:p>
            <a:pPr>
              <a:spcAft>
                <a:spcPts val="500"/>
              </a:spcAft>
              <a:defRPr sz="2000" b="0">
                <a:solidFill>
                  <a:srgbClr val="414F60"/>
                </a:solidFill>
                <a:latin typeface="Liberation Sans"/>
              </a:defRPr>
            </a:pPr>
            <a:r>
              <a:t>Cloud native and AI infrastructure</a:t>
            </a:r>
          </a:p>
        </p:txBody>
      </p:sp>
      <p:sp>
        <p:nvSpPr>
          <p:cNvPr id="7" name="TextBox 6"/>
          <p:cNvSpPr txBox="1"/>
          <p:nvPr/>
        </p:nvSpPr>
        <p:spPr>
          <a:xfrm>
            <a:off x="731520" y="5806440"/>
            <a:ext cx="4846320" cy="274320"/>
          </a:xfrm>
          <a:prstGeom prst="rect">
            <a:avLst/>
          </a:prstGeom>
          <a:noFill/>
        </p:spPr>
        <p:txBody>
          <a:bodyPr wrap="square" lIns="0" rIns="0" tIns="0" bIns="0">
            <a:spAutoFit/>
          </a:bodyPr>
          <a:lstStyle/>
          <a:p>
            <a:pPr>
              <a:spcAft>
                <a:spcPts val="500"/>
              </a:spcAft>
              <a:defRPr sz="1500" b="0">
                <a:solidFill>
                  <a:srgbClr val="164F89"/>
                </a:solidFill>
                <a:latin typeface="Liberation Sans"/>
              </a:defRPr>
            </a:pPr>
            <a:r>
              <a:t>nunchux.ai</a:t>
            </a:r>
          </a:p>
        </p:txBody>
      </p:sp>
      <p:pic>
        <p:nvPicPr>
          <p:cNvPr id="8" name="Picture 7" descr="rainie.jpeg"/>
          <p:cNvPicPr>
            <a:picLocks noChangeAspect="1"/>
          </p:cNvPicPr>
          <p:nvPr/>
        </p:nvPicPr>
        <p:blipFill>
          <a:blip r:embed="rId3"/>
          <a:stretch>
            <a:fillRect/>
          </a:stretch>
        </p:blipFill>
        <p:spPr>
          <a:xfrm>
            <a:off x="6446520" y="1828800"/>
            <a:ext cx="1600200" cy="1600200"/>
          </a:xfrm>
          <a:prstGeom prst="rect">
            <a:avLst/>
          </a:prstGeom>
        </p:spPr>
      </p:pic>
      <p:sp>
        <p:nvSpPr>
          <p:cNvPr id="9" name="TextBox 8"/>
          <p:cNvSpPr txBox="1"/>
          <p:nvPr/>
        </p:nvSpPr>
        <p:spPr>
          <a:xfrm>
            <a:off x="6446520" y="3675887"/>
            <a:ext cx="4937760" cy="457200"/>
          </a:xfrm>
          <a:prstGeom prst="rect">
            <a:avLst/>
          </a:prstGeom>
          <a:noFill/>
        </p:spPr>
        <p:txBody>
          <a:bodyPr wrap="square" lIns="0" rIns="0" tIns="0" bIns="0">
            <a:spAutoFit/>
          </a:bodyPr>
          <a:lstStyle/>
          <a:p>
            <a:pPr>
              <a:spcAft>
                <a:spcPts val="500"/>
              </a:spcAft>
              <a:defRPr sz="3000" b="1">
                <a:solidFill>
                  <a:srgbClr val="17283B"/>
                </a:solidFill>
                <a:latin typeface="Liberation Sans"/>
              </a:defRPr>
            </a:pPr>
            <a:r>
              <a:t>Rainie Li</a:t>
            </a:r>
          </a:p>
        </p:txBody>
      </p:sp>
      <p:sp>
        <p:nvSpPr>
          <p:cNvPr id="10" name="TextBox 9"/>
          <p:cNvSpPr txBox="1"/>
          <p:nvPr/>
        </p:nvSpPr>
        <p:spPr>
          <a:xfrm>
            <a:off x="6446520" y="4279392"/>
            <a:ext cx="4846320" cy="393192"/>
          </a:xfrm>
          <a:prstGeom prst="rect">
            <a:avLst/>
          </a:prstGeom>
          <a:noFill/>
        </p:spPr>
        <p:txBody>
          <a:bodyPr wrap="square" lIns="0" rIns="0" tIns="0" bIns="0">
            <a:spAutoFit/>
          </a:bodyPr>
          <a:lstStyle/>
          <a:p>
            <a:pPr>
              <a:spcAft>
                <a:spcPts val="500"/>
              </a:spcAft>
              <a:defRPr sz="2200" b="0">
                <a:solidFill>
                  <a:srgbClr val="164F89"/>
                </a:solidFill>
                <a:latin typeface="Liberation Sans"/>
              </a:defRPr>
            </a:pPr>
            <a:r>
              <a:t>Engineering Manager, Pinterest</a:t>
            </a:r>
          </a:p>
        </p:txBody>
      </p:sp>
      <p:sp>
        <p:nvSpPr>
          <p:cNvPr id="11" name="TextBox 10"/>
          <p:cNvSpPr txBox="1"/>
          <p:nvPr/>
        </p:nvSpPr>
        <p:spPr>
          <a:xfrm>
            <a:off x="6446520" y="4818888"/>
            <a:ext cx="4846320" cy="777240"/>
          </a:xfrm>
          <a:prstGeom prst="rect">
            <a:avLst/>
          </a:prstGeom>
          <a:noFill/>
        </p:spPr>
        <p:txBody>
          <a:bodyPr wrap="square" lIns="0" rIns="0" tIns="0" bIns="0">
            <a:spAutoFit/>
          </a:bodyPr>
          <a:lstStyle/>
          <a:p>
            <a:pPr>
              <a:spcAft>
                <a:spcPts val="500"/>
              </a:spcAft>
              <a:defRPr sz="2000" b="0">
                <a:solidFill>
                  <a:srgbClr val="414F60"/>
                </a:solidFill>
                <a:latin typeface="Liberation Sans"/>
              </a:defRPr>
            </a:pPr>
            <a:r>
              <a:t>Data processing infrastructure</a:t>
            </a:r>
          </a:p>
          <a:p>
            <a:pPr>
              <a:spcAft>
                <a:spcPts val="500"/>
              </a:spcAft>
              <a:defRPr sz="2000" b="0">
                <a:solidFill>
                  <a:srgbClr val="414F60"/>
                </a:solidFill>
                <a:latin typeface="Liberation Sans"/>
              </a:defRPr>
            </a:pPr>
            <a:r>
              <a:t>Apache YuniKorn PMC member</a:t>
            </a:r>
          </a:p>
        </p:txBody>
      </p:sp>
      <p:sp>
        <p:nvSpPr>
          <p:cNvPr id="12" name="TextBox 11"/>
          <p:cNvSpPr txBox="1"/>
          <p:nvPr/>
        </p:nvSpPr>
        <p:spPr>
          <a:xfrm>
            <a:off x="6446520" y="5806440"/>
            <a:ext cx="4846320" cy="274320"/>
          </a:xfrm>
          <a:prstGeom prst="rect">
            <a:avLst/>
          </a:prstGeom>
          <a:noFill/>
        </p:spPr>
        <p:txBody>
          <a:bodyPr wrap="square" lIns="0" rIns="0" tIns="0" bIns="0">
            <a:spAutoFit/>
          </a:bodyPr>
          <a:lstStyle/>
          <a:p>
            <a:pPr>
              <a:spcAft>
                <a:spcPts val="500"/>
              </a:spcAft>
              <a:defRPr sz="1500" b="0">
                <a:solidFill>
                  <a:srgbClr val="164F89"/>
                </a:solidFill>
                <a:latin typeface="Liberation Sans"/>
              </a:defRPr>
            </a:pPr>
            <a:r>
              <a:t>yunikorn.apache.org</a:t>
            </a:r>
          </a:p>
        </p:txBody>
      </p:sp>
      <p:sp>
        <p:nvSpPr>
          <p:cNvPr id="13" name="TextBox 12"/>
          <p:cNvSpPr txBox="1"/>
          <p:nvPr/>
        </p:nvSpPr>
        <p:spPr>
          <a:xfrm>
            <a:off x="475488" y="6519672"/>
            <a:ext cx="10515600" cy="201168"/>
          </a:xfrm>
          <a:prstGeom prst="rect">
            <a:avLst/>
          </a:prstGeom>
          <a:noFill/>
        </p:spPr>
        <p:txBody>
          <a:bodyPr wrap="square" lIns="0" rIns="0" tIns="0" bIns="0">
            <a:spAutoFit/>
          </a:bodyPr>
          <a:lstStyle/>
          <a:p>
            <a:pPr>
              <a:spcAft>
                <a:spcPts val="500"/>
              </a:spcAft>
              <a:defRPr sz="900" b="0">
                <a:solidFill>
                  <a:srgbClr val="414F60"/>
                </a:solidFill>
                <a:latin typeface="Liberation Sans"/>
              </a:defRPr>
            </a:pPr>
            <a:r>
              <a:t>Volcano at KubeCon + CloudNativeCon North America 2026</a:t>
            </a:r>
          </a:p>
        </p:txBody>
      </p:sp>
      <p:sp>
        <p:nvSpPr>
          <p:cNvPr id="14" name="TextBox 13"/>
          <p:cNvSpPr txBox="1"/>
          <p:nvPr/>
        </p:nvSpPr>
        <p:spPr>
          <a:xfrm>
            <a:off x="11018520" y="6483096"/>
            <a:ext cx="685800" cy="256032"/>
          </a:xfrm>
          <a:prstGeom prst="rect">
            <a:avLst/>
          </a:prstGeom>
          <a:noFill/>
        </p:spPr>
        <p:txBody>
          <a:bodyPr wrap="square" lIns="0" rIns="0" tIns="0" bIns="0">
            <a:spAutoFit/>
          </a:bodyPr>
          <a:lstStyle/>
          <a:p>
            <a:pPr algn="r">
              <a:spcAft>
                <a:spcPts val="500"/>
              </a:spcAft>
              <a:defRPr sz="1100" b="0">
                <a:solidFill>
                  <a:srgbClr val="414F60"/>
                </a:solidFill>
                <a:latin typeface="Liberation Sans"/>
              </a:defRPr>
            </a:pPr>
            <a:r>
              <a:t>02 / 26</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94360" y="2057400"/>
            <a:ext cx="1024128" cy="777240"/>
          </a:xfrm>
          <a:prstGeom prst="rect">
            <a:avLst/>
          </a:prstGeom>
          <a:noFill/>
        </p:spPr>
        <p:txBody>
          <a:bodyPr wrap="square" lIns="0" rIns="0" tIns="0" bIns="0">
            <a:spAutoFit/>
          </a:bodyPr>
          <a:lstStyle/>
          <a:p>
            <a:pPr>
              <a:spcAft>
                <a:spcPts val="500"/>
              </a:spcAft>
              <a:defRPr sz="5200" b="1">
                <a:solidFill>
                  <a:srgbClr val="FFFFFF"/>
                </a:solidFill>
                <a:latin typeface="Liberation Sans"/>
              </a:defRPr>
            </a:pPr>
            <a:r>
              <a:t>01</a:t>
            </a:r>
          </a:p>
        </p:txBody>
      </p:sp>
      <p:sp>
        <p:nvSpPr>
          <p:cNvPr id="3" name="TextBox 2"/>
          <p:cNvSpPr txBox="1"/>
          <p:nvPr/>
        </p:nvSpPr>
        <p:spPr>
          <a:xfrm>
            <a:off x="1828800" y="2221992"/>
            <a:ext cx="6492240" cy="1280160"/>
          </a:xfrm>
          <a:prstGeom prst="rect">
            <a:avLst/>
          </a:prstGeom>
          <a:noFill/>
        </p:spPr>
        <p:txBody>
          <a:bodyPr wrap="square" lIns="0" rIns="0" tIns="0" bIns="0">
            <a:spAutoFit/>
          </a:bodyPr>
          <a:lstStyle/>
          <a:p>
            <a:pPr>
              <a:spcAft>
                <a:spcPts val="500"/>
              </a:spcAft>
              <a:defRPr sz="3800" b="1">
                <a:solidFill>
                  <a:srgbClr val="FFFFFF"/>
                </a:solidFill>
                <a:latin typeface="Liberation Sans"/>
              </a:defRPr>
            </a:pPr>
            <a:r>
              <a:t>Unified scheduling</a:t>
            </a:r>
          </a:p>
        </p:txBody>
      </p:sp>
      <p:sp>
        <p:nvSpPr>
          <p:cNvPr id="4" name="TextBox 3"/>
          <p:cNvSpPr txBox="1"/>
          <p:nvPr/>
        </p:nvSpPr>
        <p:spPr>
          <a:xfrm>
            <a:off x="1856231" y="3602736"/>
            <a:ext cx="6446520" cy="685800"/>
          </a:xfrm>
          <a:prstGeom prst="rect">
            <a:avLst/>
          </a:prstGeom>
          <a:noFill/>
        </p:spPr>
        <p:txBody>
          <a:bodyPr wrap="square" lIns="0" rIns="0" tIns="0" bIns="0">
            <a:spAutoFit/>
          </a:bodyPr>
          <a:lstStyle/>
          <a:p>
            <a:pPr>
              <a:spcAft>
                <a:spcPts val="500"/>
              </a:spcAft>
              <a:defRPr sz="2200" b="0">
                <a:solidFill>
                  <a:srgbClr val="FFFFFF"/>
                </a:solidFill>
                <a:latin typeface="Liberation Sans"/>
              </a:defRPr>
            </a:pPr>
            <a:r>
              <a:t>Different paths. Shared infrastructure.</a:t>
            </a:r>
          </a:p>
        </p:txBody>
      </p:sp>
      <p:sp>
        <p:nvSpPr>
          <p:cNvPr id="5" name="TextBox 4"/>
          <p:cNvSpPr txBox="1"/>
          <p:nvPr/>
        </p:nvSpPr>
        <p:spPr>
          <a:xfrm>
            <a:off x="8549640" y="1965960"/>
            <a:ext cx="3017520" cy="576072"/>
          </a:xfrm>
          <a:prstGeom prst="rect">
            <a:avLst/>
          </a:prstGeom>
          <a:noFill/>
        </p:spPr>
        <p:txBody>
          <a:bodyPr wrap="square" lIns="0" rIns="0" tIns="0" bIns="0">
            <a:spAutoFit/>
          </a:bodyPr>
          <a:lstStyle/>
          <a:p>
            <a:pPr>
              <a:spcAft>
                <a:spcPts val="500"/>
              </a:spcAft>
              <a:defRPr sz="1500" b="1">
                <a:solidFill>
                  <a:srgbClr val="FFFFFF"/>
                </a:solidFill>
                <a:latin typeface="Liberation Sans"/>
              </a:defRPr>
            </a:pPr>
            <a:r>
              <a:t>01  Unified scheduling</a:t>
            </a:r>
          </a:p>
        </p:txBody>
      </p:sp>
      <p:sp>
        <p:nvSpPr>
          <p:cNvPr id="6" name="TextBox 5"/>
          <p:cNvSpPr txBox="1"/>
          <p:nvPr/>
        </p:nvSpPr>
        <p:spPr>
          <a:xfrm>
            <a:off x="8549640" y="2551176"/>
            <a:ext cx="3017520" cy="576072"/>
          </a:xfrm>
          <a:prstGeom prst="rect">
            <a:avLst/>
          </a:prstGeom>
          <a:noFill/>
        </p:spPr>
        <p:txBody>
          <a:bodyPr wrap="square" lIns="0" rIns="0" tIns="0" bIns="0">
            <a:spAutoFit/>
          </a:bodyPr>
          <a:lstStyle/>
          <a:p>
            <a:pPr>
              <a:spcAft>
                <a:spcPts val="500"/>
              </a:spcAft>
              <a:defRPr sz="1500" b="0">
                <a:solidFill>
                  <a:srgbClr val="BED1ED"/>
                </a:solidFill>
                <a:latin typeface="Liberation Sans"/>
              </a:defRPr>
            </a:pPr>
            <a:r>
              <a:t>02  Multi-level gang &amp; network topology</a:t>
            </a:r>
          </a:p>
        </p:txBody>
      </p:sp>
      <p:sp>
        <p:nvSpPr>
          <p:cNvPr id="7" name="TextBox 6"/>
          <p:cNvSpPr txBox="1"/>
          <p:nvPr/>
        </p:nvSpPr>
        <p:spPr>
          <a:xfrm>
            <a:off x="8549640" y="3136391"/>
            <a:ext cx="3017520" cy="576072"/>
          </a:xfrm>
          <a:prstGeom prst="rect">
            <a:avLst/>
          </a:prstGeom>
          <a:noFill/>
        </p:spPr>
        <p:txBody>
          <a:bodyPr wrap="square" lIns="0" rIns="0" tIns="0" bIns="0">
            <a:spAutoFit/>
          </a:bodyPr>
          <a:lstStyle/>
          <a:p>
            <a:pPr>
              <a:spcAft>
                <a:spcPts val="500"/>
              </a:spcAft>
              <a:defRPr sz="1500" b="0">
                <a:solidFill>
                  <a:srgbClr val="BED1ED"/>
                </a:solidFill>
                <a:latin typeface="Liberation Sans"/>
              </a:defRPr>
            </a:pPr>
            <a:r>
              <a:t>03  Ecosystem</a:t>
            </a:r>
          </a:p>
        </p:txBody>
      </p:sp>
      <p:sp>
        <p:nvSpPr>
          <p:cNvPr id="8" name="TextBox 7"/>
          <p:cNvSpPr txBox="1"/>
          <p:nvPr/>
        </p:nvSpPr>
        <p:spPr>
          <a:xfrm>
            <a:off x="8549640" y="3721608"/>
            <a:ext cx="3017520" cy="576072"/>
          </a:xfrm>
          <a:prstGeom prst="rect">
            <a:avLst/>
          </a:prstGeom>
          <a:noFill/>
        </p:spPr>
        <p:txBody>
          <a:bodyPr wrap="square" lIns="0" rIns="0" tIns="0" bIns="0">
            <a:spAutoFit/>
          </a:bodyPr>
          <a:lstStyle/>
          <a:p>
            <a:pPr>
              <a:spcAft>
                <a:spcPts val="500"/>
              </a:spcAft>
              <a:defRPr sz="1500" b="0">
                <a:solidFill>
                  <a:srgbClr val="BED1ED"/>
                </a:solidFill>
                <a:latin typeface="Liberation Sans"/>
              </a:defRPr>
            </a:pPr>
            <a:r>
              <a:t>04  Benchmark framework &amp; progress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6052" y="474573"/>
            <a:ext cx="9144000" cy="448056"/>
          </a:xfrm>
          <a:prstGeom prst="rect">
            <a:avLst/>
          </a:prstGeom>
          <a:noFill/>
        </p:spPr>
        <p:txBody>
          <a:bodyPr wrap="square" lIns="0" rIns="0" tIns="0" bIns="0">
            <a:spAutoFit/>
          </a:bodyPr>
          <a:lstStyle/>
          <a:p>
            <a:pPr>
              <a:spcAft>
                <a:spcPts val="500"/>
              </a:spcAft>
              <a:defRPr sz="2800" b="1">
                <a:solidFill>
                  <a:srgbClr val="FFFFFF"/>
                </a:solidFill>
                <a:latin typeface="Liberation Sans"/>
              </a:defRPr>
            </a:pPr>
            <a:r>
              <a:t>Different Workloads, Shared Infrastructure</a:t>
            </a:r>
          </a:p>
        </p:txBody>
      </p:sp>
      <p:pic>
        <p:nvPicPr>
          <p:cNvPr id="3" name="Picture 2" descr="04-workload-demands.png"/>
          <p:cNvPicPr>
            <a:picLocks noChangeAspect="1"/>
          </p:cNvPicPr>
          <p:nvPr/>
        </p:nvPicPr>
        <p:blipFill>
          <a:blip r:embed="rId2"/>
          <a:stretch>
            <a:fillRect/>
          </a:stretch>
        </p:blipFill>
        <p:spPr>
          <a:xfrm>
            <a:off x="457200" y="1645920"/>
            <a:ext cx="11277599" cy="4267200"/>
          </a:xfrm>
          <a:prstGeom prst="rect">
            <a:avLst/>
          </a:prstGeom>
        </p:spPr>
      </p:pic>
      <p:sp>
        <p:nvSpPr>
          <p:cNvPr id="4" name="TextBox 3"/>
          <p:cNvSpPr txBox="1"/>
          <p:nvPr/>
        </p:nvSpPr>
        <p:spPr>
          <a:xfrm>
            <a:off x="475488" y="6519672"/>
            <a:ext cx="10515600" cy="201168"/>
          </a:xfrm>
          <a:prstGeom prst="rect">
            <a:avLst/>
          </a:prstGeom>
          <a:noFill/>
        </p:spPr>
        <p:txBody>
          <a:bodyPr wrap="square" lIns="0" rIns="0" tIns="0" bIns="0">
            <a:spAutoFit/>
          </a:bodyPr>
          <a:lstStyle/>
          <a:p>
            <a:pPr>
              <a:spcAft>
                <a:spcPts val="500"/>
              </a:spcAft>
              <a:defRPr sz="900" b="0">
                <a:solidFill>
                  <a:srgbClr val="414F60"/>
                </a:solidFill>
                <a:latin typeface="Liberation Sans"/>
              </a:defRPr>
            </a:pPr>
            <a:r>
              <a:t>Volcano at KubeCon + CloudNativeCon North America 2026</a:t>
            </a:r>
          </a:p>
        </p:txBody>
      </p:sp>
      <p:sp>
        <p:nvSpPr>
          <p:cNvPr id="5" name="TextBox 4"/>
          <p:cNvSpPr txBox="1"/>
          <p:nvPr/>
        </p:nvSpPr>
        <p:spPr>
          <a:xfrm>
            <a:off x="11018520" y="6483096"/>
            <a:ext cx="685800" cy="256032"/>
          </a:xfrm>
          <a:prstGeom prst="rect">
            <a:avLst/>
          </a:prstGeom>
          <a:noFill/>
        </p:spPr>
        <p:txBody>
          <a:bodyPr wrap="square" lIns="0" rIns="0" tIns="0" bIns="0">
            <a:spAutoFit/>
          </a:bodyPr>
          <a:lstStyle/>
          <a:p>
            <a:pPr algn="r">
              <a:spcAft>
                <a:spcPts val="500"/>
              </a:spcAft>
              <a:defRPr sz="1100" b="0">
                <a:solidFill>
                  <a:srgbClr val="414F60"/>
                </a:solidFill>
                <a:latin typeface="Liberation Sans"/>
              </a:defRPr>
            </a:pPr>
            <a:r>
              <a:t>04 / 26</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6052" y="474573"/>
            <a:ext cx="9144000" cy="448056"/>
          </a:xfrm>
          <a:prstGeom prst="rect">
            <a:avLst/>
          </a:prstGeom>
          <a:noFill/>
        </p:spPr>
        <p:txBody>
          <a:bodyPr wrap="square" lIns="0" rIns="0" tIns="0" bIns="0">
            <a:spAutoFit/>
          </a:bodyPr>
          <a:lstStyle/>
          <a:p>
            <a:pPr>
              <a:spcAft>
                <a:spcPts val="500"/>
              </a:spcAft>
              <a:defRPr sz="2800" b="1">
                <a:solidFill>
                  <a:srgbClr val="FFFFFF"/>
                </a:solidFill>
                <a:latin typeface="Liberation Sans"/>
              </a:defRPr>
            </a:pPr>
            <a:r>
              <a:t>Unified Scheduling Framework</a:t>
            </a:r>
          </a:p>
        </p:txBody>
      </p:sp>
      <p:pic>
        <p:nvPicPr>
          <p:cNvPr id="3" name="Picture 2" descr="05-unified-architecture.png"/>
          <p:cNvPicPr>
            <a:picLocks noChangeAspect="1"/>
          </p:cNvPicPr>
          <p:nvPr/>
        </p:nvPicPr>
        <p:blipFill>
          <a:blip r:embed="rId2"/>
          <a:stretch>
            <a:fillRect/>
          </a:stretch>
        </p:blipFill>
        <p:spPr>
          <a:xfrm>
            <a:off x="457200" y="1645920"/>
            <a:ext cx="11277599" cy="4267200"/>
          </a:xfrm>
          <a:prstGeom prst="rect">
            <a:avLst/>
          </a:prstGeom>
        </p:spPr>
      </p:pic>
      <p:sp>
        <p:nvSpPr>
          <p:cNvPr id="4" name="TextBox 3"/>
          <p:cNvSpPr txBox="1"/>
          <p:nvPr/>
        </p:nvSpPr>
        <p:spPr>
          <a:xfrm>
            <a:off x="475488" y="6519672"/>
            <a:ext cx="10515600" cy="201168"/>
          </a:xfrm>
          <a:prstGeom prst="rect">
            <a:avLst/>
          </a:prstGeom>
          <a:noFill/>
        </p:spPr>
        <p:txBody>
          <a:bodyPr wrap="square" lIns="0" rIns="0" tIns="0" bIns="0">
            <a:spAutoFit/>
          </a:bodyPr>
          <a:lstStyle/>
          <a:p>
            <a:pPr>
              <a:spcAft>
                <a:spcPts val="500"/>
              </a:spcAft>
              <a:defRPr sz="900" b="0">
                <a:solidFill>
                  <a:srgbClr val="414F60"/>
                </a:solidFill>
                <a:latin typeface="Liberation Sans"/>
              </a:defRPr>
            </a:pPr>
            <a:r>
              <a:t>Volcano at KubeCon + CloudNativeCon North America 2026</a:t>
            </a:r>
          </a:p>
        </p:txBody>
      </p:sp>
      <p:sp>
        <p:nvSpPr>
          <p:cNvPr id="5" name="TextBox 4"/>
          <p:cNvSpPr txBox="1"/>
          <p:nvPr/>
        </p:nvSpPr>
        <p:spPr>
          <a:xfrm>
            <a:off x="11018520" y="6483096"/>
            <a:ext cx="685800" cy="256032"/>
          </a:xfrm>
          <a:prstGeom prst="rect">
            <a:avLst/>
          </a:prstGeom>
          <a:noFill/>
        </p:spPr>
        <p:txBody>
          <a:bodyPr wrap="square" lIns="0" rIns="0" tIns="0" bIns="0">
            <a:spAutoFit/>
          </a:bodyPr>
          <a:lstStyle/>
          <a:p>
            <a:pPr algn="r">
              <a:spcAft>
                <a:spcPts val="500"/>
              </a:spcAft>
              <a:defRPr sz="1100" b="0">
                <a:solidFill>
                  <a:srgbClr val="414F60"/>
                </a:solidFill>
                <a:latin typeface="Liberation Sans"/>
              </a:defRPr>
            </a:pPr>
            <a:r>
              <a:t>05 / 26</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6052" y="474573"/>
            <a:ext cx="9144000" cy="448056"/>
          </a:xfrm>
          <a:prstGeom prst="rect">
            <a:avLst/>
          </a:prstGeom>
          <a:noFill/>
        </p:spPr>
        <p:txBody>
          <a:bodyPr wrap="square" lIns="0" rIns="0" tIns="0" bIns="0">
            <a:spAutoFit/>
          </a:bodyPr>
          <a:lstStyle/>
          <a:p>
            <a:pPr>
              <a:spcAft>
                <a:spcPts val="500"/>
              </a:spcAft>
              <a:defRPr sz="2800" b="1">
                <a:solidFill>
                  <a:srgbClr val="FFFFFF"/>
                </a:solidFill>
                <a:latin typeface="Liberation Sans"/>
              </a:defRPr>
            </a:pPr>
            <a:r>
              <a:t>Dynamic Node Sharding</a:t>
            </a:r>
          </a:p>
        </p:txBody>
      </p:sp>
      <p:pic>
        <p:nvPicPr>
          <p:cNvPr id="3" name="Picture 2" descr="06-nodeshard.png"/>
          <p:cNvPicPr>
            <a:picLocks noChangeAspect="1"/>
          </p:cNvPicPr>
          <p:nvPr/>
        </p:nvPicPr>
        <p:blipFill>
          <a:blip r:embed="rId2"/>
          <a:stretch>
            <a:fillRect/>
          </a:stretch>
        </p:blipFill>
        <p:spPr>
          <a:xfrm>
            <a:off x="457200" y="1645920"/>
            <a:ext cx="11277599" cy="4267200"/>
          </a:xfrm>
          <a:prstGeom prst="rect">
            <a:avLst/>
          </a:prstGeom>
        </p:spPr>
      </p:pic>
      <p:sp>
        <p:nvSpPr>
          <p:cNvPr id="4" name="TextBox 3"/>
          <p:cNvSpPr txBox="1"/>
          <p:nvPr/>
        </p:nvSpPr>
        <p:spPr>
          <a:xfrm>
            <a:off x="475488" y="6519672"/>
            <a:ext cx="10515600" cy="201168"/>
          </a:xfrm>
          <a:prstGeom prst="rect">
            <a:avLst/>
          </a:prstGeom>
          <a:noFill/>
        </p:spPr>
        <p:txBody>
          <a:bodyPr wrap="square" lIns="0" rIns="0" tIns="0" bIns="0">
            <a:spAutoFit/>
          </a:bodyPr>
          <a:lstStyle/>
          <a:p>
            <a:pPr>
              <a:spcAft>
                <a:spcPts val="500"/>
              </a:spcAft>
              <a:defRPr sz="900" b="0">
                <a:solidFill>
                  <a:srgbClr val="414F60"/>
                </a:solidFill>
                <a:latin typeface="Liberation Sans"/>
              </a:defRPr>
            </a:pPr>
            <a:r>
              <a:t>Volcano at KubeCon + CloudNativeCon North America 2026</a:t>
            </a:r>
          </a:p>
        </p:txBody>
      </p:sp>
      <p:sp>
        <p:nvSpPr>
          <p:cNvPr id="5" name="TextBox 4"/>
          <p:cNvSpPr txBox="1"/>
          <p:nvPr/>
        </p:nvSpPr>
        <p:spPr>
          <a:xfrm>
            <a:off x="11018520" y="6483096"/>
            <a:ext cx="685800" cy="256032"/>
          </a:xfrm>
          <a:prstGeom prst="rect">
            <a:avLst/>
          </a:prstGeom>
          <a:noFill/>
        </p:spPr>
        <p:txBody>
          <a:bodyPr wrap="square" lIns="0" rIns="0" tIns="0" bIns="0">
            <a:spAutoFit/>
          </a:bodyPr>
          <a:lstStyle/>
          <a:p>
            <a:pPr algn="r">
              <a:spcAft>
                <a:spcPts val="500"/>
              </a:spcAft>
              <a:defRPr sz="1100" b="0">
                <a:solidFill>
                  <a:srgbClr val="414F60"/>
                </a:solidFill>
                <a:latin typeface="Liberation Sans"/>
              </a:defRPr>
            </a:pPr>
            <a:r>
              <a:t>06 / 26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94360" y="2057400"/>
            <a:ext cx="1024128" cy="777240"/>
          </a:xfrm>
          <a:prstGeom prst="rect">
            <a:avLst/>
          </a:prstGeom>
          <a:noFill/>
        </p:spPr>
        <p:txBody>
          <a:bodyPr wrap="square" lIns="0" rIns="0" tIns="0" bIns="0">
            <a:spAutoFit/>
          </a:bodyPr>
          <a:lstStyle/>
          <a:p>
            <a:pPr>
              <a:spcAft>
                <a:spcPts val="500"/>
              </a:spcAft>
              <a:defRPr sz="5200" b="1">
                <a:solidFill>
                  <a:srgbClr val="FFFFFF"/>
                </a:solidFill>
                <a:latin typeface="Liberation Sans"/>
              </a:defRPr>
            </a:pPr>
            <a:r>
              <a:t>02</a:t>
            </a:r>
          </a:p>
        </p:txBody>
      </p:sp>
      <p:sp>
        <p:nvSpPr>
          <p:cNvPr id="3" name="TextBox 2"/>
          <p:cNvSpPr txBox="1"/>
          <p:nvPr/>
        </p:nvSpPr>
        <p:spPr>
          <a:xfrm>
            <a:off x="1828800" y="2221992"/>
            <a:ext cx="6492240" cy="1280160"/>
          </a:xfrm>
          <a:prstGeom prst="rect">
            <a:avLst/>
          </a:prstGeom>
          <a:noFill/>
        </p:spPr>
        <p:txBody>
          <a:bodyPr wrap="square" lIns="0" rIns="0" tIns="0" bIns="0">
            <a:spAutoFit/>
          </a:bodyPr>
          <a:lstStyle/>
          <a:p>
            <a:pPr>
              <a:spcAft>
                <a:spcPts val="500"/>
              </a:spcAft>
              <a:defRPr sz="3800" b="1">
                <a:solidFill>
                  <a:srgbClr val="FFFFFF"/>
                </a:solidFill>
                <a:latin typeface="Liberation Sans"/>
              </a:defRPr>
            </a:pPr>
            <a:r>
              <a:t>Multi-level gang</a:t>
            </a:r>
          </a:p>
          <a:p>
            <a:pPr>
              <a:spcAft>
                <a:spcPts val="500"/>
              </a:spcAft>
              <a:defRPr sz="3800" b="1">
                <a:solidFill>
                  <a:srgbClr val="FFFFFF"/>
                </a:solidFill>
                <a:latin typeface="Liberation Sans"/>
              </a:defRPr>
            </a:pPr>
            <a:r>
              <a:t>&amp; network topology</a:t>
            </a:r>
          </a:p>
        </p:txBody>
      </p:sp>
      <p:sp>
        <p:nvSpPr>
          <p:cNvPr id="4" name="TextBox 3"/>
          <p:cNvSpPr txBox="1"/>
          <p:nvPr/>
        </p:nvSpPr>
        <p:spPr>
          <a:xfrm>
            <a:off x="1856231" y="3602736"/>
            <a:ext cx="6446520" cy="685800"/>
          </a:xfrm>
          <a:prstGeom prst="rect">
            <a:avLst/>
          </a:prstGeom>
          <a:noFill/>
        </p:spPr>
        <p:txBody>
          <a:bodyPr wrap="square" lIns="0" rIns="0" tIns="0" bIns="0">
            <a:spAutoFit/>
          </a:bodyPr>
          <a:lstStyle/>
          <a:p>
            <a:pPr>
              <a:spcAft>
                <a:spcPts val="500"/>
              </a:spcAft>
              <a:defRPr sz="2200" b="0">
                <a:solidFill>
                  <a:srgbClr val="FFFFFF"/>
                </a:solidFill>
                <a:latin typeface="Liberation Sans"/>
              </a:defRPr>
            </a:pPr>
            <a:r>
              <a:t>From available nodes to runnable workloads.</a:t>
            </a:r>
          </a:p>
        </p:txBody>
      </p:sp>
      <p:sp>
        <p:nvSpPr>
          <p:cNvPr id="5" name="TextBox 4"/>
          <p:cNvSpPr txBox="1"/>
          <p:nvPr/>
        </p:nvSpPr>
        <p:spPr>
          <a:xfrm>
            <a:off x="8549640" y="1965960"/>
            <a:ext cx="3017520" cy="576072"/>
          </a:xfrm>
          <a:prstGeom prst="rect">
            <a:avLst/>
          </a:prstGeom>
          <a:noFill/>
        </p:spPr>
        <p:txBody>
          <a:bodyPr wrap="square" lIns="0" rIns="0" tIns="0" bIns="0">
            <a:spAutoFit/>
          </a:bodyPr>
          <a:lstStyle/>
          <a:p>
            <a:pPr>
              <a:spcAft>
                <a:spcPts val="500"/>
              </a:spcAft>
              <a:defRPr sz="1500" b="0">
                <a:solidFill>
                  <a:srgbClr val="BED1ED"/>
                </a:solidFill>
                <a:latin typeface="Liberation Sans"/>
              </a:defRPr>
            </a:pPr>
            <a:r>
              <a:t>01  Unified scheduling</a:t>
            </a:r>
          </a:p>
        </p:txBody>
      </p:sp>
      <p:sp>
        <p:nvSpPr>
          <p:cNvPr id="6" name="TextBox 5"/>
          <p:cNvSpPr txBox="1"/>
          <p:nvPr/>
        </p:nvSpPr>
        <p:spPr>
          <a:xfrm>
            <a:off x="8549640" y="2551176"/>
            <a:ext cx="3017520" cy="576072"/>
          </a:xfrm>
          <a:prstGeom prst="rect">
            <a:avLst/>
          </a:prstGeom>
          <a:noFill/>
        </p:spPr>
        <p:txBody>
          <a:bodyPr wrap="square" lIns="0" rIns="0" tIns="0" bIns="0">
            <a:spAutoFit/>
          </a:bodyPr>
          <a:lstStyle/>
          <a:p>
            <a:pPr>
              <a:spcAft>
                <a:spcPts val="500"/>
              </a:spcAft>
              <a:defRPr sz="1500" b="1">
                <a:solidFill>
                  <a:srgbClr val="FFFFFF"/>
                </a:solidFill>
                <a:latin typeface="Liberation Sans"/>
              </a:defRPr>
            </a:pPr>
            <a:r>
              <a:t>02  Multi-level gang &amp; network topology</a:t>
            </a:r>
          </a:p>
        </p:txBody>
      </p:sp>
      <p:sp>
        <p:nvSpPr>
          <p:cNvPr id="7" name="TextBox 6"/>
          <p:cNvSpPr txBox="1"/>
          <p:nvPr/>
        </p:nvSpPr>
        <p:spPr>
          <a:xfrm>
            <a:off x="8549640" y="3136391"/>
            <a:ext cx="3017520" cy="576072"/>
          </a:xfrm>
          <a:prstGeom prst="rect">
            <a:avLst/>
          </a:prstGeom>
          <a:noFill/>
        </p:spPr>
        <p:txBody>
          <a:bodyPr wrap="square" lIns="0" rIns="0" tIns="0" bIns="0">
            <a:spAutoFit/>
          </a:bodyPr>
          <a:lstStyle/>
          <a:p>
            <a:pPr>
              <a:spcAft>
                <a:spcPts val="500"/>
              </a:spcAft>
              <a:defRPr sz="1500" b="0">
                <a:solidFill>
                  <a:srgbClr val="BED1ED"/>
                </a:solidFill>
                <a:latin typeface="Liberation Sans"/>
              </a:defRPr>
            </a:pPr>
            <a:r>
              <a:t>03  Ecosystem</a:t>
            </a:r>
          </a:p>
        </p:txBody>
      </p:sp>
      <p:sp>
        <p:nvSpPr>
          <p:cNvPr id="8" name="TextBox 7"/>
          <p:cNvSpPr txBox="1"/>
          <p:nvPr/>
        </p:nvSpPr>
        <p:spPr>
          <a:xfrm>
            <a:off x="8549640" y="3721608"/>
            <a:ext cx="3017520" cy="576072"/>
          </a:xfrm>
          <a:prstGeom prst="rect">
            <a:avLst/>
          </a:prstGeom>
          <a:noFill/>
        </p:spPr>
        <p:txBody>
          <a:bodyPr wrap="square" lIns="0" rIns="0" tIns="0" bIns="0">
            <a:spAutoFit/>
          </a:bodyPr>
          <a:lstStyle/>
          <a:p>
            <a:pPr>
              <a:spcAft>
                <a:spcPts val="500"/>
              </a:spcAft>
              <a:defRPr sz="1500" b="0">
                <a:solidFill>
                  <a:srgbClr val="BED1ED"/>
                </a:solidFill>
                <a:latin typeface="Liberation Sans"/>
              </a:defRPr>
            </a:pPr>
            <a:r>
              <a:t>04  Benchmark framework &amp; progress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6052" y="474573"/>
            <a:ext cx="9144000" cy="448056"/>
          </a:xfrm>
          <a:prstGeom prst="rect">
            <a:avLst/>
          </a:prstGeom>
          <a:noFill/>
        </p:spPr>
        <p:txBody>
          <a:bodyPr wrap="square" lIns="0" rIns="0" tIns="0" bIns="0">
            <a:spAutoFit/>
          </a:bodyPr>
          <a:lstStyle/>
          <a:p>
            <a:pPr>
              <a:spcAft>
                <a:spcPts val="500"/>
              </a:spcAft>
              <a:defRPr sz="2800" b="1">
                <a:solidFill>
                  <a:srgbClr val="FFFFFF"/>
                </a:solidFill>
                <a:latin typeface="Liberation Sans"/>
              </a:defRPr>
            </a:pPr>
            <a:r>
              <a:t>Training and Inference Groups</a:t>
            </a:r>
          </a:p>
        </p:txBody>
      </p:sp>
      <p:pic>
        <p:nvPicPr>
          <p:cNvPr id="3" name="Picture 2" descr="08-workload-gangs.png"/>
          <p:cNvPicPr>
            <a:picLocks noChangeAspect="1"/>
          </p:cNvPicPr>
          <p:nvPr/>
        </p:nvPicPr>
        <p:blipFill>
          <a:blip r:embed="rId2"/>
          <a:stretch>
            <a:fillRect/>
          </a:stretch>
        </p:blipFill>
        <p:spPr>
          <a:xfrm>
            <a:off x="457200" y="1645920"/>
            <a:ext cx="11277599" cy="4267200"/>
          </a:xfrm>
          <a:prstGeom prst="rect">
            <a:avLst/>
          </a:prstGeom>
        </p:spPr>
      </p:pic>
      <p:sp>
        <p:nvSpPr>
          <p:cNvPr id="4" name="TextBox 3"/>
          <p:cNvSpPr txBox="1"/>
          <p:nvPr/>
        </p:nvSpPr>
        <p:spPr>
          <a:xfrm>
            <a:off x="475488" y="6519672"/>
            <a:ext cx="10515600" cy="201168"/>
          </a:xfrm>
          <a:prstGeom prst="rect">
            <a:avLst/>
          </a:prstGeom>
          <a:noFill/>
        </p:spPr>
        <p:txBody>
          <a:bodyPr wrap="square" lIns="0" rIns="0" tIns="0" bIns="0">
            <a:spAutoFit/>
          </a:bodyPr>
          <a:lstStyle/>
          <a:p>
            <a:pPr>
              <a:spcAft>
                <a:spcPts val="500"/>
              </a:spcAft>
              <a:defRPr sz="900" b="0">
                <a:solidFill>
                  <a:srgbClr val="414F60"/>
                </a:solidFill>
                <a:latin typeface="Liberation Sans"/>
              </a:defRPr>
            </a:pPr>
            <a:r>
              <a:t>Volcano at KubeCon + CloudNativeCon North America 2026</a:t>
            </a:r>
          </a:p>
        </p:txBody>
      </p:sp>
      <p:sp>
        <p:nvSpPr>
          <p:cNvPr id="5" name="TextBox 4"/>
          <p:cNvSpPr txBox="1"/>
          <p:nvPr/>
        </p:nvSpPr>
        <p:spPr>
          <a:xfrm>
            <a:off x="11018520" y="6483096"/>
            <a:ext cx="685800" cy="256032"/>
          </a:xfrm>
          <a:prstGeom prst="rect">
            <a:avLst/>
          </a:prstGeom>
          <a:noFill/>
        </p:spPr>
        <p:txBody>
          <a:bodyPr wrap="square" lIns="0" rIns="0" tIns="0" bIns="0">
            <a:spAutoFit/>
          </a:bodyPr>
          <a:lstStyle/>
          <a:p>
            <a:pPr algn="r">
              <a:spcAft>
                <a:spcPts val="500"/>
              </a:spcAft>
              <a:defRPr sz="1100" b="0">
                <a:solidFill>
                  <a:srgbClr val="414F60"/>
                </a:solidFill>
                <a:latin typeface="Liberation Sans"/>
              </a:defRPr>
            </a:pPr>
            <a:r>
              <a:t>08 / 26</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6052" y="474573"/>
            <a:ext cx="9144000" cy="448056"/>
          </a:xfrm>
          <a:prstGeom prst="rect">
            <a:avLst/>
          </a:prstGeom>
          <a:noFill/>
        </p:spPr>
        <p:txBody>
          <a:bodyPr wrap="square" lIns="0" rIns="0" tIns="0" bIns="0">
            <a:spAutoFit/>
          </a:bodyPr>
          <a:lstStyle/>
          <a:p>
            <a:pPr>
              <a:spcAft>
                <a:spcPts val="500"/>
              </a:spcAft>
              <a:defRPr sz="2800" b="1">
                <a:solidFill>
                  <a:srgbClr val="FFFFFF"/>
                </a:solidFill>
                <a:latin typeface="Liberation Sans"/>
              </a:defRPr>
            </a:pPr>
            <a:r>
              <a:t>Multi-Level Gang Scheduling</a:t>
            </a:r>
          </a:p>
        </p:txBody>
      </p:sp>
      <p:pic>
        <p:nvPicPr>
          <p:cNvPr id="3" name="Picture 2" descr="09-group-structure.png"/>
          <p:cNvPicPr>
            <a:picLocks noChangeAspect="1"/>
          </p:cNvPicPr>
          <p:nvPr/>
        </p:nvPicPr>
        <p:blipFill>
          <a:blip r:embed="rId2"/>
          <a:stretch>
            <a:fillRect/>
          </a:stretch>
        </p:blipFill>
        <p:spPr>
          <a:xfrm>
            <a:off x="457200" y="1645920"/>
            <a:ext cx="11277599" cy="4267200"/>
          </a:xfrm>
          <a:prstGeom prst="rect">
            <a:avLst/>
          </a:prstGeom>
        </p:spPr>
      </p:pic>
      <p:sp>
        <p:nvSpPr>
          <p:cNvPr id="4" name="TextBox 3"/>
          <p:cNvSpPr txBox="1"/>
          <p:nvPr/>
        </p:nvSpPr>
        <p:spPr>
          <a:xfrm>
            <a:off x="475488" y="6519672"/>
            <a:ext cx="10515600" cy="201168"/>
          </a:xfrm>
          <a:prstGeom prst="rect">
            <a:avLst/>
          </a:prstGeom>
          <a:noFill/>
        </p:spPr>
        <p:txBody>
          <a:bodyPr wrap="square" lIns="0" rIns="0" tIns="0" bIns="0">
            <a:spAutoFit/>
          </a:bodyPr>
          <a:lstStyle/>
          <a:p>
            <a:pPr>
              <a:spcAft>
                <a:spcPts val="500"/>
              </a:spcAft>
              <a:defRPr sz="900" b="0">
                <a:solidFill>
                  <a:srgbClr val="414F60"/>
                </a:solidFill>
                <a:latin typeface="Liberation Sans"/>
              </a:defRPr>
            </a:pPr>
            <a:r>
              <a:t>Volcano at KubeCon + CloudNativeCon North America 2026</a:t>
            </a:r>
          </a:p>
        </p:txBody>
      </p:sp>
      <p:sp>
        <p:nvSpPr>
          <p:cNvPr id="5" name="TextBox 4"/>
          <p:cNvSpPr txBox="1"/>
          <p:nvPr/>
        </p:nvSpPr>
        <p:spPr>
          <a:xfrm>
            <a:off x="11018520" y="6483096"/>
            <a:ext cx="685800" cy="256032"/>
          </a:xfrm>
          <a:prstGeom prst="rect">
            <a:avLst/>
          </a:prstGeom>
          <a:noFill/>
        </p:spPr>
        <p:txBody>
          <a:bodyPr wrap="square" lIns="0" rIns="0" tIns="0" bIns="0">
            <a:spAutoFit/>
          </a:bodyPr>
          <a:lstStyle/>
          <a:p>
            <a:pPr algn="r">
              <a:spcAft>
                <a:spcPts val="500"/>
              </a:spcAft>
              <a:defRPr sz="1100" b="0">
                <a:solidFill>
                  <a:srgbClr val="414F60"/>
                </a:solidFill>
                <a:latin typeface="Liberation Sans"/>
              </a:defRPr>
            </a:pPr>
            <a:r>
              <a:t>09 / 26</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6052" y="474573"/>
            <a:ext cx="9144000" cy="448056"/>
          </a:xfrm>
          <a:prstGeom prst="rect">
            <a:avLst/>
          </a:prstGeom>
          <a:noFill/>
        </p:spPr>
        <p:txBody>
          <a:bodyPr wrap="square" lIns="0" rIns="0" tIns="0" bIns="0">
            <a:spAutoFit/>
          </a:bodyPr>
          <a:lstStyle/>
          <a:p>
            <a:pPr>
              <a:spcAft>
                <a:spcPts val="500"/>
              </a:spcAft>
              <a:defRPr sz="2800" b="1">
                <a:solidFill>
                  <a:srgbClr val="FFFFFF"/>
                </a:solidFill>
                <a:latin typeface="Liberation Sans"/>
              </a:defRPr>
            </a:pPr>
            <a:r>
              <a:t>HyperNode: Network Topology</a:t>
            </a:r>
          </a:p>
        </p:txBody>
      </p:sp>
      <p:pic>
        <p:nvPicPr>
          <p:cNvPr id="3" name="Picture 2" descr="10-hypernode-api.png"/>
          <p:cNvPicPr>
            <a:picLocks noChangeAspect="1"/>
          </p:cNvPicPr>
          <p:nvPr/>
        </p:nvPicPr>
        <p:blipFill>
          <a:blip r:embed="rId2"/>
          <a:stretch>
            <a:fillRect/>
          </a:stretch>
        </p:blipFill>
        <p:spPr>
          <a:xfrm>
            <a:off x="457200" y="1645920"/>
            <a:ext cx="11277599" cy="4267200"/>
          </a:xfrm>
          <a:prstGeom prst="rect">
            <a:avLst/>
          </a:prstGeom>
        </p:spPr>
      </p:pic>
      <p:sp>
        <p:nvSpPr>
          <p:cNvPr id="4" name="TextBox 3"/>
          <p:cNvSpPr txBox="1"/>
          <p:nvPr/>
        </p:nvSpPr>
        <p:spPr>
          <a:xfrm>
            <a:off x="475488" y="6519672"/>
            <a:ext cx="10515600" cy="201168"/>
          </a:xfrm>
          <a:prstGeom prst="rect">
            <a:avLst/>
          </a:prstGeom>
          <a:noFill/>
        </p:spPr>
        <p:txBody>
          <a:bodyPr wrap="square" lIns="0" rIns="0" tIns="0" bIns="0">
            <a:spAutoFit/>
          </a:bodyPr>
          <a:lstStyle/>
          <a:p>
            <a:pPr>
              <a:spcAft>
                <a:spcPts val="500"/>
              </a:spcAft>
              <a:defRPr sz="900" b="0">
                <a:solidFill>
                  <a:srgbClr val="414F60"/>
                </a:solidFill>
                <a:latin typeface="Liberation Sans"/>
              </a:defRPr>
            </a:pPr>
            <a:r>
              <a:t>Volcano at KubeCon + CloudNativeCon North America 2026</a:t>
            </a:r>
          </a:p>
        </p:txBody>
      </p:sp>
      <p:sp>
        <p:nvSpPr>
          <p:cNvPr id="5" name="TextBox 4"/>
          <p:cNvSpPr txBox="1"/>
          <p:nvPr/>
        </p:nvSpPr>
        <p:spPr>
          <a:xfrm>
            <a:off x="11018520" y="6483096"/>
            <a:ext cx="685800" cy="256032"/>
          </a:xfrm>
          <a:prstGeom prst="rect">
            <a:avLst/>
          </a:prstGeom>
          <a:noFill/>
        </p:spPr>
        <p:txBody>
          <a:bodyPr wrap="square" lIns="0" rIns="0" tIns="0" bIns="0">
            <a:spAutoFit/>
          </a:bodyPr>
          <a:lstStyle/>
          <a:p>
            <a:pPr algn="r">
              <a:spcAft>
                <a:spcPts val="500"/>
              </a:spcAft>
              <a:defRPr sz="1100" b="0">
                <a:solidFill>
                  <a:srgbClr val="414F60"/>
                </a:solidFill>
                <a:latin typeface="Liberation Sans"/>
              </a:defRPr>
            </a:pPr>
            <a:r>
              <a:t>10 / 26</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6052" y="474573"/>
            <a:ext cx="9144000" cy="448056"/>
          </a:xfrm>
          <a:prstGeom prst="rect">
            <a:avLst/>
          </a:prstGeom>
          <a:noFill/>
        </p:spPr>
        <p:txBody>
          <a:bodyPr wrap="square" lIns="0" rIns="0" tIns="0" bIns="0">
            <a:spAutoFit/>
          </a:bodyPr>
          <a:lstStyle/>
          <a:p>
            <a:pPr>
              <a:spcAft>
                <a:spcPts val="500"/>
              </a:spcAft>
              <a:defRPr sz="2800" b="1">
                <a:solidFill>
                  <a:srgbClr val="FFFFFF"/>
                </a:solidFill>
                <a:latin typeface="Liberation Sans"/>
              </a:defRPr>
            </a:pPr>
            <a:r>
              <a:t>Place Groups at Different Topology Levels</a:t>
            </a:r>
          </a:p>
        </p:txBody>
      </p:sp>
      <p:pic>
        <p:nvPicPr>
          <p:cNvPr id="3" name="Picture 2" descr="11-multilevel-placement.png"/>
          <p:cNvPicPr>
            <a:picLocks noChangeAspect="1"/>
          </p:cNvPicPr>
          <p:nvPr/>
        </p:nvPicPr>
        <p:blipFill>
          <a:blip r:embed="rId2"/>
          <a:stretch>
            <a:fillRect/>
          </a:stretch>
        </p:blipFill>
        <p:spPr>
          <a:xfrm>
            <a:off x="457200" y="1645920"/>
            <a:ext cx="11277599" cy="4267200"/>
          </a:xfrm>
          <a:prstGeom prst="rect">
            <a:avLst/>
          </a:prstGeom>
        </p:spPr>
      </p:pic>
      <p:sp>
        <p:nvSpPr>
          <p:cNvPr id="4" name="TextBox 3"/>
          <p:cNvSpPr txBox="1"/>
          <p:nvPr/>
        </p:nvSpPr>
        <p:spPr>
          <a:xfrm>
            <a:off x="475488" y="6519672"/>
            <a:ext cx="10515600" cy="201168"/>
          </a:xfrm>
          <a:prstGeom prst="rect">
            <a:avLst/>
          </a:prstGeom>
          <a:noFill/>
        </p:spPr>
        <p:txBody>
          <a:bodyPr wrap="square" lIns="0" rIns="0" tIns="0" bIns="0">
            <a:spAutoFit/>
          </a:bodyPr>
          <a:lstStyle/>
          <a:p>
            <a:pPr>
              <a:spcAft>
                <a:spcPts val="500"/>
              </a:spcAft>
              <a:defRPr sz="900" b="0">
                <a:solidFill>
                  <a:srgbClr val="414F60"/>
                </a:solidFill>
                <a:latin typeface="Liberation Sans"/>
              </a:defRPr>
            </a:pPr>
            <a:r>
              <a:t>Volcano at KubeCon + CloudNativeCon North America 2026</a:t>
            </a:r>
          </a:p>
        </p:txBody>
      </p:sp>
      <p:sp>
        <p:nvSpPr>
          <p:cNvPr id="5" name="TextBox 4"/>
          <p:cNvSpPr txBox="1"/>
          <p:nvPr/>
        </p:nvSpPr>
        <p:spPr>
          <a:xfrm>
            <a:off x="11018520" y="6483096"/>
            <a:ext cx="685800" cy="256032"/>
          </a:xfrm>
          <a:prstGeom prst="rect">
            <a:avLst/>
          </a:prstGeom>
          <a:noFill/>
        </p:spPr>
        <p:txBody>
          <a:bodyPr wrap="square" lIns="0" rIns="0" tIns="0" bIns="0">
            <a:spAutoFit/>
          </a:bodyPr>
          <a:lstStyle/>
          <a:p>
            <a:pPr algn="r">
              <a:spcAft>
                <a:spcPts val="500"/>
              </a:spcAft>
              <a:defRPr sz="1100" b="0">
                <a:solidFill>
                  <a:srgbClr val="414F60"/>
                </a:solidFill>
                <a:latin typeface="Liberation Sans"/>
              </a:defRPr>
            </a:pPr>
            <a:r>
              <a:t>11 / 26</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6052" y="474573"/>
            <a:ext cx="9144000" cy="448056"/>
          </a:xfrm>
          <a:prstGeom prst="rect">
            <a:avLst/>
          </a:prstGeom>
          <a:noFill/>
        </p:spPr>
        <p:txBody>
          <a:bodyPr wrap="square" lIns="0" rIns="0" tIns="0" bIns="0">
            <a:spAutoFit/>
          </a:bodyPr>
          <a:lstStyle/>
          <a:p>
            <a:pPr>
              <a:spcAft>
                <a:spcPts val="500"/>
              </a:spcAft>
              <a:defRPr sz="2800" b="1">
                <a:solidFill>
                  <a:srgbClr val="FFFFFF"/>
                </a:solidFill>
                <a:latin typeface="Liberation Sans"/>
              </a:defRPr>
            </a:pPr>
            <a:r>
              <a:t>Gang-Aware Preemption</a:t>
            </a:r>
          </a:p>
        </p:txBody>
      </p:sp>
      <p:pic>
        <p:nvPicPr>
          <p:cNvPr id="3" name="Picture 2" descr="12-gang-preemption.png"/>
          <p:cNvPicPr>
            <a:picLocks noChangeAspect="1"/>
          </p:cNvPicPr>
          <p:nvPr/>
        </p:nvPicPr>
        <p:blipFill>
          <a:blip r:embed="rId2"/>
          <a:stretch>
            <a:fillRect/>
          </a:stretch>
        </p:blipFill>
        <p:spPr>
          <a:xfrm>
            <a:off x="457200" y="1645920"/>
            <a:ext cx="11277599" cy="4267200"/>
          </a:xfrm>
          <a:prstGeom prst="rect">
            <a:avLst/>
          </a:prstGeom>
        </p:spPr>
      </p:pic>
      <p:sp>
        <p:nvSpPr>
          <p:cNvPr id="4" name="TextBox 3"/>
          <p:cNvSpPr txBox="1"/>
          <p:nvPr/>
        </p:nvSpPr>
        <p:spPr>
          <a:xfrm>
            <a:off x="475488" y="6519672"/>
            <a:ext cx="10515600" cy="201168"/>
          </a:xfrm>
          <a:prstGeom prst="rect">
            <a:avLst/>
          </a:prstGeom>
          <a:noFill/>
        </p:spPr>
        <p:txBody>
          <a:bodyPr wrap="square" lIns="0" rIns="0" tIns="0" bIns="0">
            <a:spAutoFit/>
          </a:bodyPr>
          <a:lstStyle/>
          <a:p>
            <a:pPr>
              <a:spcAft>
                <a:spcPts val="500"/>
              </a:spcAft>
              <a:defRPr sz="900" b="0">
                <a:solidFill>
                  <a:srgbClr val="414F60"/>
                </a:solidFill>
                <a:latin typeface="Liberation Sans"/>
              </a:defRPr>
            </a:pPr>
            <a:r>
              <a:t>Volcano at KubeCon + CloudNativeCon North America 2026</a:t>
            </a:r>
          </a:p>
        </p:txBody>
      </p:sp>
      <p:sp>
        <p:nvSpPr>
          <p:cNvPr id="5" name="TextBox 4"/>
          <p:cNvSpPr txBox="1"/>
          <p:nvPr/>
        </p:nvSpPr>
        <p:spPr>
          <a:xfrm>
            <a:off x="11018520" y="6483096"/>
            <a:ext cx="685800" cy="256032"/>
          </a:xfrm>
          <a:prstGeom prst="rect">
            <a:avLst/>
          </a:prstGeom>
          <a:noFill/>
        </p:spPr>
        <p:txBody>
          <a:bodyPr wrap="square" lIns="0" rIns="0" tIns="0" bIns="0">
            <a:spAutoFit/>
          </a:bodyPr>
          <a:lstStyle/>
          <a:p>
            <a:pPr algn="r">
              <a:spcAft>
                <a:spcPts val="500"/>
              </a:spcAft>
              <a:defRPr sz="1100" b="0">
                <a:solidFill>
                  <a:srgbClr val="414F60"/>
                </a:solidFill>
                <a:latin typeface="Liberation Sans"/>
              </a:defRPr>
            </a:pPr>
            <a:r>
              <a:t>12 / 26</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6052" y="474573"/>
            <a:ext cx="9144000" cy="448056"/>
          </a:xfrm>
          <a:prstGeom prst="rect">
            <a:avLst/>
          </a:prstGeom>
          <a:noFill/>
        </p:spPr>
        <p:txBody>
          <a:bodyPr wrap="square" lIns="0" rIns="0" tIns="0" bIns="0">
            <a:spAutoFit/>
          </a:bodyPr>
          <a:lstStyle/>
          <a:p>
            <a:pPr>
              <a:spcAft>
                <a:spcPts val="500"/>
              </a:spcAft>
              <a:defRPr sz="2800" b="1">
                <a:solidFill>
                  <a:srgbClr val="FFFFFF"/>
                </a:solidFill>
                <a:latin typeface="Liberation Sans"/>
              </a:defRPr>
            </a:pPr>
            <a:r>
              <a:t>PodGroup Anti-Affinity</a:t>
            </a:r>
          </a:p>
        </p:txBody>
      </p:sp>
      <p:sp>
        <p:nvSpPr>
          <p:cNvPr id="3" name="TextBox 2"/>
          <p:cNvSpPr txBox="1"/>
          <p:nvPr/>
        </p:nvSpPr>
        <p:spPr>
          <a:xfrm>
            <a:off x="475488" y="1499616"/>
            <a:ext cx="11201400" cy="356616"/>
          </a:xfrm>
          <a:prstGeom prst="rect">
            <a:avLst/>
          </a:prstGeom>
          <a:noFill/>
        </p:spPr>
        <p:txBody>
          <a:bodyPr wrap="square" lIns="0" rIns="0" tIns="0" bIns="0">
            <a:spAutoFit/>
          </a:bodyPr>
          <a:lstStyle/>
          <a:p>
            <a:pPr>
              <a:spcAft>
                <a:spcPts val="500"/>
              </a:spcAft>
              <a:defRPr sz="1900" b="0">
                <a:solidFill>
                  <a:srgbClr val="164F89"/>
                </a:solidFill>
                <a:latin typeface="Liberation Sans"/>
              </a:defRPr>
            </a:pPr>
            <a:r>
              <a:t>Separate matching PodGroups across supernodes</a:t>
            </a:r>
          </a:p>
        </p:txBody>
      </p:sp>
      <p:pic>
        <p:nvPicPr>
          <p:cNvPr id="4" name="Picture 3" descr="13-instance-isolation.png"/>
          <p:cNvPicPr>
            <a:picLocks noChangeAspect="1"/>
          </p:cNvPicPr>
          <p:nvPr/>
        </p:nvPicPr>
        <p:blipFill>
          <a:blip r:embed="rId2"/>
          <a:stretch>
            <a:fillRect/>
          </a:stretch>
        </p:blipFill>
        <p:spPr>
          <a:xfrm>
            <a:off x="457200" y="1920240"/>
            <a:ext cx="11277599" cy="4267200"/>
          </a:xfrm>
          <a:prstGeom prst="rect">
            <a:avLst/>
          </a:prstGeom>
        </p:spPr>
      </p:pic>
      <p:sp>
        <p:nvSpPr>
          <p:cNvPr id="5" name="TextBox 4"/>
          <p:cNvSpPr txBox="1"/>
          <p:nvPr/>
        </p:nvSpPr>
        <p:spPr>
          <a:xfrm>
            <a:off x="475488" y="6519672"/>
            <a:ext cx="10515600" cy="201168"/>
          </a:xfrm>
          <a:prstGeom prst="rect">
            <a:avLst/>
          </a:prstGeom>
          <a:noFill/>
        </p:spPr>
        <p:txBody>
          <a:bodyPr wrap="square" lIns="0" rIns="0" tIns="0" bIns="0">
            <a:spAutoFit/>
          </a:bodyPr>
          <a:lstStyle/>
          <a:p>
            <a:pPr>
              <a:spcAft>
                <a:spcPts val="500"/>
              </a:spcAft>
              <a:defRPr sz="900" b="0">
                <a:solidFill>
                  <a:srgbClr val="414F60"/>
                </a:solidFill>
                <a:latin typeface="Liberation Sans"/>
              </a:defRPr>
            </a:pPr>
            <a:r>
              <a:t>Volcano at KubeCon + CloudNativeCon North America 2026</a:t>
            </a:r>
          </a:p>
        </p:txBody>
      </p:sp>
      <p:sp>
        <p:nvSpPr>
          <p:cNvPr id="6" name="TextBox 5"/>
          <p:cNvSpPr txBox="1"/>
          <p:nvPr/>
        </p:nvSpPr>
        <p:spPr>
          <a:xfrm>
            <a:off x="11018520" y="6483096"/>
            <a:ext cx="685800" cy="256032"/>
          </a:xfrm>
          <a:prstGeom prst="rect">
            <a:avLst/>
          </a:prstGeom>
          <a:noFill/>
        </p:spPr>
        <p:txBody>
          <a:bodyPr wrap="square" lIns="0" rIns="0" tIns="0" bIns="0">
            <a:spAutoFit/>
          </a:bodyPr>
          <a:lstStyle/>
          <a:p>
            <a:pPr algn="r">
              <a:spcAft>
                <a:spcPts val="500"/>
              </a:spcAft>
              <a:defRPr sz="1100" b="0">
                <a:solidFill>
                  <a:srgbClr val="414F60"/>
                </a:solidFill>
                <a:latin typeface="Liberation Sans"/>
              </a:defRPr>
            </a:pPr>
            <a:r>
              <a:t>13 / 26</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6052" y="474573"/>
            <a:ext cx="9144000" cy="448056"/>
          </a:xfrm>
          <a:prstGeom prst="rect">
            <a:avLst/>
          </a:prstGeom>
          <a:noFill/>
        </p:spPr>
        <p:txBody>
          <a:bodyPr wrap="square" lIns="0" rIns="0" tIns="0" bIns="0">
            <a:spAutoFit/>
          </a:bodyPr>
          <a:lstStyle/>
          <a:p>
            <a:pPr>
              <a:spcAft>
                <a:spcPts val="500"/>
              </a:spcAft>
              <a:defRPr sz="2800" b="1">
                <a:solidFill>
                  <a:srgbClr val="FFFFFF"/>
                </a:solidFill>
                <a:latin typeface="Liberation Sans"/>
              </a:defRPr>
            </a:pPr>
            <a:r>
              <a:t>SubGroup Affinity and Anti-Affinity</a:t>
            </a:r>
          </a:p>
        </p:txBody>
      </p:sp>
      <p:pic>
        <p:nvPicPr>
          <p:cNvPr id="3" name="Picture 2" descr="14-subgroup-next.png"/>
          <p:cNvPicPr>
            <a:picLocks noChangeAspect="1"/>
          </p:cNvPicPr>
          <p:nvPr/>
        </p:nvPicPr>
        <p:blipFill>
          <a:blip r:embed="rId2"/>
          <a:stretch>
            <a:fillRect/>
          </a:stretch>
        </p:blipFill>
        <p:spPr>
          <a:xfrm>
            <a:off x="457200" y="1645920"/>
            <a:ext cx="11277599" cy="4267200"/>
          </a:xfrm>
          <a:prstGeom prst="rect">
            <a:avLst/>
          </a:prstGeom>
        </p:spPr>
      </p:pic>
      <p:sp>
        <p:nvSpPr>
          <p:cNvPr id="4" name="TextBox 3"/>
          <p:cNvSpPr txBox="1"/>
          <p:nvPr/>
        </p:nvSpPr>
        <p:spPr>
          <a:xfrm>
            <a:off x="475488" y="6519672"/>
            <a:ext cx="10515600" cy="201168"/>
          </a:xfrm>
          <a:prstGeom prst="rect">
            <a:avLst/>
          </a:prstGeom>
          <a:noFill/>
        </p:spPr>
        <p:txBody>
          <a:bodyPr wrap="square" lIns="0" rIns="0" tIns="0" bIns="0">
            <a:spAutoFit/>
          </a:bodyPr>
          <a:lstStyle/>
          <a:p>
            <a:pPr>
              <a:spcAft>
                <a:spcPts val="500"/>
              </a:spcAft>
              <a:defRPr sz="900" b="0">
                <a:solidFill>
                  <a:srgbClr val="414F60"/>
                </a:solidFill>
                <a:latin typeface="Liberation Sans"/>
              </a:defRPr>
            </a:pPr>
            <a:r>
              <a:t>Volcano at KubeCon + CloudNativeCon North America 2026</a:t>
            </a:r>
          </a:p>
        </p:txBody>
      </p:sp>
      <p:sp>
        <p:nvSpPr>
          <p:cNvPr id="5" name="TextBox 4"/>
          <p:cNvSpPr txBox="1"/>
          <p:nvPr/>
        </p:nvSpPr>
        <p:spPr>
          <a:xfrm>
            <a:off x="11018520" y="6483096"/>
            <a:ext cx="685800" cy="256032"/>
          </a:xfrm>
          <a:prstGeom prst="rect">
            <a:avLst/>
          </a:prstGeom>
          <a:noFill/>
        </p:spPr>
        <p:txBody>
          <a:bodyPr wrap="square" lIns="0" rIns="0" tIns="0" bIns="0">
            <a:spAutoFit/>
          </a:bodyPr>
          <a:lstStyle/>
          <a:p>
            <a:pPr algn="r">
              <a:spcAft>
                <a:spcPts val="500"/>
              </a:spcAft>
              <a:defRPr sz="1100" b="0">
                <a:solidFill>
                  <a:srgbClr val="414F60"/>
                </a:solidFill>
                <a:latin typeface="Liberation Sans"/>
              </a:defRPr>
            </a:pPr>
            <a:r>
              <a:t>14 / 26</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94360" y="2057400"/>
            <a:ext cx="1024128" cy="777240"/>
          </a:xfrm>
          <a:prstGeom prst="rect">
            <a:avLst/>
          </a:prstGeom>
          <a:noFill/>
        </p:spPr>
        <p:txBody>
          <a:bodyPr wrap="square" lIns="0" rIns="0" tIns="0" bIns="0">
            <a:spAutoFit/>
          </a:bodyPr>
          <a:lstStyle/>
          <a:p>
            <a:pPr>
              <a:spcAft>
                <a:spcPts val="500"/>
              </a:spcAft>
              <a:defRPr sz="5200" b="1">
                <a:solidFill>
                  <a:srgbClr val="FFFFFF"/>
                </a:solidFill>
                <a:latin typeface="Liberation Sans"/>
              </a:defRPr>
            </a:pPr>
            <a:r>
              <a:t>03</a:t>
            </a:r>
          </a:p>
        </p:txBody>
      </p:sp>
      <p:sp>
        <p:nvSpPr>
          <p:cNvPr id="3" name="TextBox 2"/>
          <p:cNvSpPr txBox="1"/>
          <p:nvPr/>
        </p:nvSpPr>
        <p:spPr>
          <a:xfrm>
            <a:off x="1828800" y="2221992"/>
            <a:ext cx="6492240" cy="1280160"/>
          </a:xfrm>
          <a:prstGeom prst="rect">
            <a:avLst/>
          </a:prstGeom>
          <a:noFill/>
        </p:spPr>
        <p:txBody>
          <a:bodyPr wrap="square" lIns="0" rIns="0" tIns="0" bIns="0">
            <a:spAutoFit/>
          </a:bodyPr>
          <a:lstStyle/>
          <a:p>
            <a:pPr>
              <a:spcAft>
                <a:spcPts val="500"/>
              </a:spcAft>
              <a:defRPr sz="3800" b="1">
                <a:solidFill>
                  <a:srgbClr val="FFFFFF"/>
                </a:solidFill>
                <a:latin typeface="Liberation Sans"/>
              </a:defRPr>
            </a:pPr>
            <a:r>
              <a:t>Ecosystem</a:t>
            </a:r>
          </a:p>
        </p:txBody>
      </p:sp>
      <p:sp>
        <p:nvSpPr>
          <p:cNvPr id="4" name="TextBox 3"/>
          <p:cNvSpPr txBox="1"/>
          <p:nvPr/>
        </p:nvSpPr>
        <p:spPr>
          <a:xfrm>
            <a:off x="1856231" y="3602736"/>
            <a:ext cx="6446520" cy="685800"/>
          </a:xfrm>
          <a:prstGeom prst="rect">
            <a:avLst/>
          </a:prstGeom>
          <a:noFill/>
        </p:spPr>
        <p:txBody>
          <a:bodyPr wrap="square" lIns="0" rIns="0" tIns="0" bIns="0">
            <a:spAutoFit/>
          </a:bodyPr>
          <a:lstStyle/>
          <a:p>
            <a:pPr>
              <a:spcAft>
                <a:spcPts val="500"/>
              </a:spcAft>
              <a:defRPr sz="2200" b="0">
                <a:solidFill>
                  <a:srgbClr val="FFFFFF"/>
                </a:solidFill>
                <a:latin typeface="Liberation Sans"/>
              </a:defRPr>
            </a:pPr>
            <a:r>
              <a:t>Workload controllers carry scheduling intent.</a:t>
            </a:r>
          </a:p>
        </p:txBody>
      </p:sp>
      <p:sp>
        <p:nvSpPr>
          <p:cNvPr id="5" name="TextBox 4"/>
          <p:cNvSpPr txBox="1"/>
          <p:nvPr/>
        </p:nvSpPr>
        <p:spPr>
          <a:xfrm>
            <a:off x="8549640" y="1965960"/>
            <a:ext cx="3017520" cy="576072"/>
          </a:xfrm>
          <a:prstGeom prst="rect">
            <a:avLst/>
          </a:prstGeom>
          <a:noFill/>
        </p:spPr>
        <p:txBody>
          <a:bodyPr wrap="square" lIns="0" rIns="0" tIns="0" bIns="0">
            <a:spAutoFit/>
          </a:bodyPr>
          <a:lstStyle/>
          <a:p>
            <a:pPr>
              <a:spcAft>
                <a:spcPts val="500"/>
              </a:spcAft>
              <a:defRPr sz="1500" b="0">
                <a:solidFill>
                  <a:srgbClr val="BED1ED"/>
                </a:solidFill>
                <a:latin typeface="Liberation Sans"/>
              </a:defRPr>
            </a:pPr>
            <a:r>
              <a:t>01  Unified scheduling</a:t>
            </a:r>
          </a:p>
        </p:txBody>
      </p:sp>
      <p:sp>
        <p:nvSpPr>
          <p:cNvPr id="6" name="TextBox 5"/>
          <p:cNvSpPr txBox="1"/>
          <p:nvPr/>
        </p:nvSpPr>
        <p:spPr>
          <a:xfrm>
            <a:off x="8549640" y="2551176"/>
            <a:ext cx="3017520" cy="576072"/>
          </a:xfrm>
          <a:prstGeom prst="rect">
            <a:avLst/>
          </a:prstGeom>
          <a:noFill/>
        </p:spPr>
        <p:txBody>
          <a:bodyPr wrap="square" lIns="0" rIns="0" tIns="0" bIns="0">
            <a:spAutoFit/>
          </a:bodyPr>
          <a:lstStyle/>
          <a:p>
            <a:pPr>
              <a:spcAft>
                <a:spcPts val="500"/>
              </a:spcAft>
              <a:defRPr sz="1500" b="0">
                <a:solidFill>
                  <a:srgbClr val="BED1ED"/>
                </a:solidFill>
                <a:latin typeface="Liberation Sans"/>
              </a:defRPr>
            </a:pPr>
            <a:r>
              <a:t>02  Multi-level gang &amp; network topology</a:t>
            </a:r>
          </a:p>
        </p:txBody>
      </p:sp>
      <p:sp>
        <p:nvSpPr>
          <p:cNvPr id="7" name="TextBox 6"/>
          <p:cNvSpPr txBox="1"/>
          <p:nvPr/>
        </p:nvSpPr>
        <p:spPr>
          <a:xfrm>
            <a:off x="8549640" y="3136391"/>
            <a:ext cx="3017520" cy="576072"/>
          </a:xfrm>
          <a:prstGeom prst="rect">
            <a:avLst/>
          </a:prstGeom>
          <a:noFill/>
        </p:spPr>
        <p:txBody>
          <a:bodyPr wrap="square" lIns="0" rIns="0" tIns="0" bIns="0">
            <a:spAutoFit/>
          </a:bodyPr>
          <a:lstStyle/>
          <a:p>
            <a:pPr>
              <a:spcAft>
                <a:spcPts val="500"/>
              </a:spcAft>
              <a:defRPr sz="1500" b="1">
                <a:solidFill>
                  <a:srgbClr val="FFFFFF"/>
                </a:solidFill>
                <a:latin typeface="Liberation Sans"/>
              </a:defRPr>
            </a:pPr>
            <a:r>
              <a:t>03  Ecosystem</a:t>
            </a:r>
          </a:p>
        </p:txBody>
      </p:sp>
      <p:sp>
        <p:nvSpPr>
          <p:cNvPr id="8" name="TextBox 7"/>
          <p:cNvSpPr txBox="1"/>
          <p:nvPr/>
        </p:nvSpPr>
        <p:spPr>
          <a:xfrm>
            <a:off x="8549640" y="3721608"/>
            <a:ext cx="3017520" cy="576072"/>
          </a:xfrm>
          <a:prstGeom prst="rect">
            <a:avLst/>
          </a:prstGeom>
          <a:noFill/>
        </p:spPr>
        <p:txBody>
          <a:bodyPr wrap="square" lIns="0" rIns="0" tIns="0" bIns="0">
            <a:spAutoFit/>
          </a:bodyPr>
          <a:lstStyle/>
          <a:p>
            <a:pPr>
              <a:spcAft>
                <a:spcPts val="500"/>
              </a:spcAft>
              <a:defRPr sz="1500" b="0">
                <a:solidFill>
                  <a:srgbClr val="BED1ED"/>
                </a:solidFill>
                <a:latin typeface="Liberation Sans"/>
              </a:defRPr>
            </a:pPr>
            <a:r>
              <a:t>04  Benchmark framework &amp; progress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6052" y="474573"/>
            <a:ext cx="9144000" cy="448056"/>
          </a:xfrm>
          <a:prstGeom prst="rect">
            <a:avLst/>
          </a:prstGeom>
          <a:noFill/>
        </p:spPr>
        <p:txBody>
          <a:bodyPr wrap="square" lIns="0" rIns="0" tIns="0" bIns="0">
            <a:spAutoFit/>
          </a:bodyPr>
          <a:lstStyle/>
          <a:p>
            <a:pPr>
              <a:spcAft>
                <a:spcPts val="500"/>
              </a:spcAft>
              <a:defRPr sz="2800" b="1">
                <a:solidFill>
                  <a:srgbClr val="FFFFFF"/>
                </a:solidFill>
                <a:latin typeface="Liberation Sans"/>
              </a:defRPr>
            </a:pPr>
            <a:r>
              <a:t>Kthena: Group and Role Topology</a:t>
            </a:r>
          </a:p>
        </p:txBody>
      </p:sp>
      <p:pic>
        <p:nvPicPr>
          <p:cNvPr id="3" name="Picture 2" descr="16-kthena-mapping.png"/>
          <p:cNvPicPr>
            <a:picLocks noChangeAspect="1"/>
          </p:cNvPicPr>
          <p:nvPr/>
        </p:nvPicPr>
        <p:blipFill>
          <a:blip r:embed="rId2"/>
          <a:stretch>
            <a:fillRect/>
          </a:stretch>
        </p:blipFill>
        <p:spPr>
          <a:xfrm>
            <a:off x="457200" y="1645920"/>
            <a:ext cx="11277599" cy="4267200"/>
          </a:xfrm>
          <a:prstGeom prst="rect">
            <a:avLst/>
          </a:prstGeom>
        </p:spPr>
      </p:pic>
      <p:sp>
        <p:nvSpPr>
          <p:cNvPr id="4" name="TextBox 3"/>
          <p:cNvSpPr txBox="1"/>
          <p:nvPr/>
        </p:nvSpPr>
        <p:spPr>
          <a:xfrm>
            <a:off x="475488" y="6519672"/>
            <a:ext cx="10515600" cy="201168"/>
          </a:xfrm>
          <a:prstGeom prst="rect">
            <a:avLst/>
          </a:prstGeom>
          <a:noFill/>
        </p:spPr>
        <p:txBody>
          <a:bodyPr wrap="square" lIns="0" rIns="0" tIns="0" bIns="0">
            <a:spAutoFit/>
          </a:bodyPr>
          <a:lstStyle/>
          <a:p>
            <a:pPr>
              <a:spcAft>
                <a:spcPts val="500"/>
              </a:spcAft>
              <a:defRPr sz="900" b="0">
                <a:solidFill>
                  <a:srgbClr val="414F60"/>
                </a:solidFill>
                <a:latin typeface="Liberation Sans"/>
              </a:defRPr>
            </a:pPr>
            <a:r>
              <a:t>Volcano at KubeCon + CloudNativeCon North America 2026</a:t>
            </a:r>
          </a:p>
        </p:txBody>
      </p:sp>
      <p:sp>
        <p:nvSpPr>
          <p:cNvPr id="5" name="TextBox 4"/>
          <p:cNvSpPr txBox="1"/>
          <p:nvPr/>
        </p:nvSpPr>
        <p:spPr>
          <a:xfrm>
            <a:off x="11018520" y="6483096"/>
            <a:ext cx="685800" cy="256032"/>
          </a:xfrm>
          <a:prstGeom prst="rect">
            <a:avLst/>
          </a:prstGeom>
          <a:noFill/>
        </p:spPr>
        <p:txBody>
          <a:bodyPr wrap="square" lIns="0" rIns="0" tIns="0" bIns="0">
            <a:spAutoFit/>
          </a:bodyPr>
          <a:lstStyle/>
          <a:p>
            <a:pPr algn="r">
              <a:spcAft>
                <a:spcPts val="500"/>
              </a:spcAft>
              <a:defRPr sz="1100" b="0">
                <a:solidFill>
                  <a:srgbClr val="414F60"/>
                </a:solidFill>
                <a:latin typeface="Liberation Sans"/>
              </a:defRPr>
            </a:pPr>
            <a:r>
              <a:t>16 / 26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6052" y="474573"/>
            <a:ext cx="9144000" cy="448056"/>
          </a:xfrm>
          <a:prstGeom prst="rect">
            <a:avLst/>
          </a:prstGeom>
          <a:noFill/>
        </p:spPr>
        <p:txBody>
          <a:bodyPr wrap="square" lIns="0" rIns="0" tIns="0" bIns="0">
            <a:spAutoFit/>
          </a:bodyPr>
          <a:lstStyle/>
          <a:p>
            <a:pPr>
              <a:spcAft>
                <a:spcPts val="500"/>
              </a:spcAft>
              <a:defRPr sz="2800" b="1">
                <a:solidFill>
                  <a:srgbClr val="FFFFFF"/>
                </a:solidFill>
                <a:latin typeface="Liberation Sans"/>
              </a:defRPr>
            </a:pPr>
            <a:r>
              <a:t>Kthena: Role Replica Mapping</a:t>
            </a:r>
          </a:p>
        </p:txBody>
      </p:sp>
      <p:pic>
        <p:nvPicPr>
          <p:cNvPr id="3" name="Picture 2" descr="17-kthena-podgroup.png"/>
          <p:cNvPicPr>
            <a:picLocks noChangeAspect="1"/>
          </p:cNvPicPr>
          <p:nvPr/>
        </p:nvPicPr>
        <p:blipFill>
          <a:blip r:embed="rId2"/>
          <a:stretch>
            <a:fillRect/>
          </a:stretch>
        </p:blipFill>
        <p:spPr>
          <a:xfrm>
            <a:off x="457200" y="1645920"/>
            <a:ext cx="11277599" cy="4267200"/>
          </a:xfrm>
          <a:prstGeom prst="rect">
            <a:avLst/>
          </a:prstGeom>
        </p:spPr>
      </p:pic>
      <p:sp>
        <p:nvSpPr>
          <p:cNvPr id="4" name="TextBox 3"/>
          <p:cNvSpPr txBox="1"/>
          <p:nvPr/>
        </p:nvSpPr>
        <p:spPr>
          <a:xfrm>
            <a:off x="475488" y="6519672"/>
            <a:ext cx="10515600" cy="201168"/>
          </a:xfrm>
          <a:prstGeom prst="rect">
            <a:avLst/>
          </a:prstGeom>
          <a:noFill/>
        </p:spPr>
        <p:txBody>
          <a:bodyPr wrap="square" lIns="0" rIns="0" tIns="0" bIns="0">
            <a:spAutoFit/>
          </a:bodyPr>
          <a:lstStyle/>
          <a:p>
            <a:pPr>
              <a:spcAft>
                <a:spcPts val="500"/>
              </a:spcAft>
              <a:defRPr sz="900" b="0">
                <a:solidFill>
                  <a:srgbClr val="414F60"/>
                </a:solidFill>
                <a:latin typeface="Liberation Sans"/>
              </a:defRPr>
            </a:pPr>
            <a:r>
              <a:t>Volcano at KubeCon + CloudNativeCon North America 2026</a:t>
            </a:r>
          </a:p>
        </p:txBody>
      </p:sp>
      <p:sp>
        <p:nvSpPr>
          <p:cNvPr id="5" name="TextBox 4"/>
          <p:cNvSpPr txBox="1"/>
          <p:nvPr/>
        </p:nvSpPr>
        <p:spPr>
          <a:xfrm>
            <a:off x="11018520" y="6483096"/>
            <a:ext cx="685800" cy="256032"/>
          </a:xfrm>
          <a:prstGeom prst="rect">
            <a:avLst/>
          </a:prstGeom>
          <a:noFill/>
        </p:spPr>
        <p:txBody>
          <a:bodyPr wrap="square" lIns="0" rIns="0" tIns="0" bIns="0">
            <a:spAutoFit/>
          </a:bodyPr>
          <a:lstStyle/>
          <a:p>
            <a:pPr algn="r">
              <a:spcAft>
                <a:spcPts val="500"/>
              </a:spcAft>
              <a:defRPr sz="1100" b="0">
                <a:solidFill>
                  <a:srgbClr val="414F60"/>
                </a:solidFill>
                <a:latin typeface="Liberation Sans"/>
              </a:defRPr>
            </a:pPr>
            <a:r>
              <a:t>17 / 26</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6052" y="474573"/>
            <a:ext cx="9144000" cy="448056"/>
          </a:xfrm>
          <a:prstGeom prst="rect">
            <a:avLst/>
          </a:prstGeom>
          <a:noFill/>
        </p:spPr>
        <p:txBody>
          <a:bodyPr wrap="square" lIns="0" rIns="0" tIns="0" bIns="0">
            <a:spAutoFit/>
          </a:bodyPr>
          <a:lstStyle/>
          <a:p>
            <a:pPr>
              <a:spcAft>
                <a:spcPts val="500"/>
              </a:spcAft>
              <a:defRPr sz="2800" b="1">
                <a:solidFill>
                  <a:srgbClr val="FFFFFF"/>
                </a:solidFill>
                <a:latin typeface="Liberation Sans"/>
              </a:defRPr>
            </a:pPr>
            <a:r>
              <a:t>KubeRay: Multi-Host Replica Mapping</a:t>
            </a:r>
          </a:p>
        </p:txBody>
      </p:sp>
      <p:pic>
        <p:nvPicPr>
          <p:cNvPr id="3" name="Picture 2" descr="18-ray-replicas.png"/>
          <p:cNvPicPr>
            <a:picLocks noChangeAspect="1"/>
          </p:cNvPicPr>
          <p:nvPr/>
        </p:nvPicPr>
        <p:blipFill>
          <a:blip r:embed="rId2"/>
          <a:stretch>
            <a:fillRect/>
          </a:stretch>
        </p:blipFill>
        <p:spPr>
          <a:xfrm>
            <a:off x="457200" y="1645920"/>
            <a:ext cx="11277599" cy="4267200"/>
          </a:xfrm>
          <a:prstGeom prst="rect">
            <a:avLst/>
          </a:prstGeom>
        </p:spPr>
      </p:pic>
      <p:sp>
        <p:nvSpPr>
          <p:cNvPr id="4" name="TextBox 3"/>
          <p:cNvSpPr txBox="1"/>
          <p:nvPr/>
        </p:nvSpPr>
        <p:spPr>
          <a:xfrm>
            <a:off x="475488" y="6519672"/>
            <a:ext cx="10515600" cy="201168"/>
          </a:xfrm>
          <a:prstGeom prst="rect">
            <a:avLst/>
          </a:prstGeom>
          <a:noFill/>
        </p:spPr>
        <p:txBody>
          <a:bodyPr wrap="square" lIns="0" rIns="0" tIns="0" bIns="0">
            <a:spAutoFit/>
          </a:bodyPr>
          <a:lstStyle/>
          <a:p>
            <a:pPr>
              <a:spcAft>
                <a:spcPts val="500"/>
              </a:spcAft>
              <a:defRPr sz="900" b="0">
                <a:solidFill>
                  <a:srgbClr val="414F60"/>
                </a:solidFill>
                <a:latin typeface="Liberation Sans"/>
              </a:defRPr>
            </a:pPr>
            <a:r>
              <a:t>Volcano at KubeCon + CloudNativeCon North America 2026</a:t>
            </a:r>
          </a:p>
        </p:txBody>
      </p:sp>
      <p:sp>
        <p:nvSpPr>
          <p:cNvPr id="5" name="TextBox 4"/>
          <p:cNvSpPr txBox="1"/>
          <p:nvPr/>
        </p:nvSpPr>
        <p:spPr>
          <a:xfrm>
            <a:off x="11018520" y="6483096"/>
            <a:ext cx="685800" cy="256032"/>
          </a:xfrm>
          <a:prstGeom prst="rect">
            <a:avLst/>
          </a:prstGeom>
          <a:noFill/>
        </p:spPr>
        <p:txBody>
          <a:bodyPr wrap="square" lIns="0" rIns="0" tIns="0" bIns="0">
            <a:spAutoFit/>
          </a:bodyPr>
          <a:lstStyle/>
          <a:p>
            <a:pPr algn="r">
              <a:spcAft>
                <a:spcPts val="500"/>
              </a:spcAft>
              <a:defRPr sz="1100" b="0">
                <a:solidFill>
                  <a:srgbClr val="414F60"/>
                </a:solidFill>
                <a:latin typeface="Liberation Sans"/>
              </a:defRPr>
            </a:pPr>
            <a:r>
              <a:t>18 / 26</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6052" y="474573"/>
            <a:ext cx="9144000" cy="448056"/>
          </a:xfrm>
          <a:prstGeom prst="rect">
            <a:avLst/>
          </a:prstGeom>
          <a:noFill/>
        </p:spPr>
        <p:txBody>
          <a:bodyPr wrap="square" lIns="0" rIns="0" tIns="0" bIns="0">
            <a:spAutoFit/>
          </a:bodyPr>
          <a:lstStyle/>
          <a:p>
            <a:pPr>
              <a:spcAft>
                <a:spcPts val="500"/>
              </a:spcAft>
              <a:defRPr sz="2800" b="1">
                <a:solidFill>
                  <a:srgbClr val="FFFFFF"/>
                </a:solidFill>
                <a:latin typeface="Liberation Sans"/>
              </a:defRPr>
            </a:pPr>
            <a:r>
              <a:t>Grove: PodGang Mapping</a:t>
            </a:r>
          </a:p>
        </p:txBody>
      </p:sp>
      <p:pic>
        <p:nvPicPr>
          <p:cNvPr id="3" name="Picture 2" descr="19-grove-mapping.png"/>
          <p:cNvPicPr>
            <a:picLocks noChangeAspect="1"/>
          </p:cNvPicPr>
          <p:nvPr/>
        </p:nvPicPr>
        <p:blipFill>
          <a:blip r:embed="rId2"/>
          <a:stretch>
            <a:fillRect/>
          </a:stretch>
        </p:blipFill>
        <p:spPr>
          <a:xfrm>
            <a:off x="457200" y="1645920"/>
            <a:ext cx="11277599" cy="4267200"/>
          </a:xfrm>
          <a:prstGeom prst="rect">
            <a:avLst/>
          </a:prstGeom>
        </p:spPr>
      </p:pic>
      <p:sp>
        <p:nvSpPr>
          <p:cNvPr id="4" name="TextBox 3"/>
          <p:cNvSpPr txBox="1"/>
          <p:nvPr/>
        </p:nvSpPr>
        <p:spPr>
          <a:xfrm>
            <a:off x="475488" y="6519672"/>
            <a:ext cx="10515600" cy="201168"/>
          </a:xfrm>
          <a:prstGeom prst="rect">
            <a:avLst/>
          </a:prstGeom>
          <a:noFill/>
        </p:spPr>
        <p:txBody>
          <a:bodyPr wrap="square" lIns="0" rIns="0" tIns="0" bIns="0">
            <a:spAutoFit/>
          </a:bodyPr>
          <a:lstStyle/>
          <a:p>
            <a:pPr>
              <a:spcAft>
                <a:spcPts val="500"/>
              </a:spcAft>
              <a:defRPr sz="900" b="0">
                <a:solidFill>
                  <a:srgbClr val="414F60"/>
                </a:solidFill>
                <a:latin typeface="Liberation Sans"/>
              </a:defRPr>
            </a:pPr>
            <a:r>
              <a:t>Volcano at KubeCon + CloudNativeCon North America 2026</a:t>
            </a:r>
          </a:p>
        </p:txBody>
      </p:sp>
      <p:sp>
        <p:nvSpPr>
          <p:cNvPr id="5" name="TextBox 4"/>
          <p:cNvSpPr txBox="1"/>
          <p:nvPr/>
        </p:nvSpPr>
        <p:spPr>
          <a:xfrm>
            <a:off x="11018520" y="6483096"/>
            <a:ext cx="685800" cy="256032"/>
          </a:xfrm>
          <a:prstGeom prst="rect">
            <a:avLst/>
          </a:prstGeom>
          <a:noFill/>
        </p:spPr>
        <p:txBody>
          <a:bodyPr wrap="square" lIns="0" rIns="0" tIns="0" bIns="0">
            <a:spAutoFit/>
          </a:bodyPr>
          <a:lstStyle/>
          <a:p>
            <a:pPr algn="r">
              <a:spcAft>
                <a:spcPts val="500"/>
              </a:spcAft>
              <a:defRPr sz="1100" b="0">
                <a:solidFill>
                  <a:srgbClr val="414F60"/>
                </a:solidFill>
                <a:latin typeface="Liberation Sans"/>
              </a:defRPr>
            </a:pPr>
            <a:r>
              <a:t>19 / 26</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6052" y="474573"/>
            <a:ext cx="9144000" cy="448056"/>
          </a:xfrm>
          <a:prstGeom prst="rect">
            <a:avLst/>
          </a:prstGeom>
          <a:noFill/>
        </p:spPr>
        <p:txBody>
          <a:bodyPr wrap="square" lIns="0" rIns="0" tIns="0" bIns="0">
            <a:spAutoFit/>
          </a:bodyPr>
          <a:lstStyle/>
          <a:p>
            <a:pPr>
              <a:spcAft>
                <a:spcPts val="500"/>
              </a:spcAft>
              <a:defRPr sz="2800" b="1">
                <a:solidFill>
                  <a:srgbClr val="FFFFFF"/>
                </a:solidFill>
                <a:latin typeface="Liberation Sans"/>
              </a:defRPr>
            </a:pPr>
            <a:r>
              <a:t>Ecosystem Roadmap</a:t>
            </a:r>
          </a:p>
        </p:txBody>
      </p:sp>
      <p:pic>
        <p:nvPicPr>
          <p:cNvPr id="3" name="Picture 2" descr="20-ecosystem.png"/>
          <p:cNvPicPr>
            <a:picLocks noChangeAspect="1"/>
          </p:cNvPicPr>
          <p:nvPr/>
        </p:nvPicPr>
        <p:blipFill>
          <a:blip r:embed="rId2"/>
          <a:stretch>
            <a:fillRect/>
          </a:stretch>
        </p:blipFill>
        <p:spPr>
          <a:xfrm>
            <a:off x="457200" y="1645920"/>
            <a:ext cx="11277599" cy="4267200"/>
          </a:xfrm>
          <a:prstGeom prst="rect">
            <a:avLst/>
          </a:prstGeom>
        </p:spPr>
      </p:pic>
      <p:sp>
        <p:nvSpPr>
          <p:cNvPr id="4" name="TextBox 3"/>
          <p:cNvSpPr txBox="1"/>
          <p:nvPr/>
        </p:nvSpPr>
        <p:spPr>
          <a:xfrm>
            <a:off x="475488" y="6519672"/>
            <a:ext cx="10515600" cy="201168"/>
          </a:xfrm>
          <a:prstGeom prst="rect">
            <a:avLst/>
          </a:prstGeom>
          <a:noFill/>
        </p:spPr>
        <p:txBody>
          <a:bodyPr wrap="square" lIns="0" rIns="0" tIns="0" bIns="0">
            <a:spAutoFit/>
          </a:bodyPr>
          <a:lstStyle/>
          <a:p>
            <a:pPr>
              <a:spcAft>
                <a:spcPts val="500"/>
              </a:spcAft>
              <a:defRPr sz="900" b="0">
                <a:solidFill>
                  <a:srgbClr val="414F60"/>
                </a:solidFill>
                <a:latin typeface="Liberation Sans"/>
              </a:defRPr>
            </a:pPr>
            <a:r>
              <a:t>Volcano at KubeCon + CloudNativeCon North America 2026</a:t>
            </a:r>
          </a:p>
        </p:txBody>
      </p:sp>
      <p:sp>
        <p:nvSpPr>
          <p:cNvPr id="5" name="TextBox 4"/>
          <p:cNvSpPr txBox="1"/>
          <p:nvPr/>
        </p:nvSpPr>
        <p:spPr>
          <a:xfrm>
            <a:off x="11018520" y="6483096"/>
            <a:ext cx="685800" cy="256032"/>
          </a:xfrm>
          <a:prstGeom prst="rect">
            <a:avLst/>
          </a:prstGeom>
          <a:noFill/>
        </p:spPr>
        <p:txBody>
          <a:bodyPr wrap="square" lIns="0" rIns="0" tIns="0" bIns="0">
            <a:spAutoFit/>
          </a:bodyPr>
          <a:lstStyle/>
          <a:p>
            <a:pPr algn="r">
              <a:spcAft>
                <a:spcPts val="500"/>
              </a:spcAft>
              <a:defRPr sz="1100" b="0">
                <a:solidFill>
                  <a:srgbClr val="414F60"/>
                </a:solidFill>
                <a:latin typeface="Liberation Sans"/>
              </a:defRPr>
            </a:pPr>
            <a:r>
              <a:t>20 / 26</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94360" y="2057400"/>
            <a:ext cx="1024128" cy="777240"/>
          </a:xfrm>
          <a:prstGeom prst="rect">
            <a:avLst/>
          </a:prstGeom>
          <a:noFill/>
        </p:spPr>
        <p:txBody>
          <a:bodyPr wrap="square" lIns="0" rIns="0" tIns="0" bIns="0">
            <a:spAutoFit/>
          </a:bodyPr>
          <a:lstStyle/>
          <a:p>
            <a:pPr>
              <a:spcAft>
                <a:spcPts val="500"/>
              </a:spcAft>
              <a:defRPr sz="5200" b="1">
                <a:solidFill>
                  <a:srgbClr val="FFFFFF"/>
                </a:solidFill>
                <a:latin typeface="Liberation Sans"/>
              </a:defRPr>
            </a:pPr>
            <a:r>
              <a:t>04</a:t>
            </a:r>
          </a:p>
        </p:txBody>
      </p:sp>
      <p:sp>
        <p:nvSpPr>
          <p:cNvPr id="3" name="TextBox 2"/>
          <p:cNvSpPr txBox="1"/>
          <p:nvPr/>
        </p:nvSpPr>
        <p:spPr>
          <a:xfrm>
            <a:off x="1828800" y="2221992"/>
            <a:ext cx="6492240" cy="1280160"/>
          </a:xfrm>
          <a:prstGeom prst="rect">
            <a:avLst/>
          </a:prstGeom>
          <a:noFill/>
        </p:spPr>
        <p:txBody>
          <a:bodyPr wrap="square" lIns="0" rIns="0" tIns="0" bIns="0">
            <a:spAutoFit/>
          </a:bodyPr>
          <a:lstStyle/>
          <a:p>
            <a:pPr>
              <a:spcAft>
                <a:spcPts val="500"/>
              </a:spcAft>
              <a:defRPr sz="3800" b="1">
                <a:solidFill>
                  <a:srgbClr val="FFFFFF"/>
                </a:solidFill>
                <a:latin typeface="Liberation Sans"/>
              </a:defRPr>
            </a:pPr>
            <a:r>
              <a:t>Benchmark</a:t>
            </a:r>
          </a:p>
          <a:p>
            <a:pPr>
              <a:spcAft>
                <a:spcPts val="500"/>
              </a:spcAft>
              <a:defRPr sz="3800" b="1">
                <a:solidFill>
                  <a:srgbClr val="FFFFFF"/>
                </a:solidFill>
                <a:latin typeface="Liberation Sans"/>
              </a:defRPr>
            </a:pPr>
            <a:r>
              <a:t>framework &amp; progress</a:t>
            </a:r>
          </a:p>
        </p:txBody>
      </p:sp>
      <p:sp>
        <p:nvSpPr>
          <p:cNvPr id="4" name="TextBox 3"/>
          <p:cNvSpPr txBox="1"/>
          <p:nvPr/>
        </p:nvSpPr>
        <p:spPr>
          <a:xfrm>
            <a:off x="1856231" y="3602736"/>
            <a:ext cx="6446520" cy="685800"/>
          </a:xfrm>
          <a:prstGeom prst="rect">
            <a:avLst/>
          </a:prstGeom>
          <a:noFill/>
        </p:spPr>
        <p:txBody>
          <a:bodyPr wrap="square" lIns="0" rIns="0" tIns="0" bIns="0">
            <a:spAutoFit/>
          </a:bodyPr>
          <a:lstStyle/>
          <a:p>
            <a:pPr>
              <a:spcAft>
                <a:spcPts val="500"/>
              </a:spcAft>
              <a:defRPr sz="2200" b="0">
                <a:solidFill>
                  <a:srgbClr val="FFFFFF"/>
                </a:solidFill>
                <a:latin typeface="Liberation Sans"/>
              </a:defRPr>
            </a:pPr>
            <a:r>
              <a:t>Measure behavior across workload shapes.</a:t>
            </a:r>
          </a:p>
        </p:txBody>
      </p:sp>
      <p:sp>
        <p:nvSpPr>
          <p:cNvPr id="5" name="TextBox 4"/>
          <p:cNvSpPr txBox="1"/>
          <p:nvPr/>
        </p:nvSpPr>
        <p:spPr>
          <a:xfrm>
            <a:off x="8549640" y="1965960"/>
            <a:ext cx="3017520" cy="576072"/>
          </a:xfrm>
          <a:prstGeom prst="rect">
            <a:avLst/>
          </a:prstGeom>
          <a:noFill/>
        </p:spPr>
        <p:txBody>
          <a:bodyPr wrap="square" lIns="0" rIns="0" tIns="0" bIns="0">
            <a:spAutoFit/>
          </a:bodyPr>
          <a:lstStyle/>
          <a:p>
            <a:pPr>
              <a:spcAft>
                <a:spcPts val="500"/>
              </a:spcAft>
              <a:defRPr sz="1500" b="0">
                <a:solidFill>
                  <a:srgbClr val="BED1ED"/>
                </a:solidFill>
                <a:latin typeface="Liberation Sans"/>
              </a:defRPr>
            </a:pPr>
            <a:r>
              <a:t>01  Unified scheduling</a:t>
            </a:r>
          </a:p>
        </p:txBody>
      </p:sp>
      <p:sp>
        <p:nvSpPr>
          <p:cNvPr id="6" name="TextBox 5"/>
          <p:cNvSpPr txBox="1"/>
          <p:nvPr/>
        </p:nvSpPr>
        <p:spPr>
          <a:xfrm>
            <a:off x="8549640" y="2551176"/>
            <a:ext cx="3017520" cy="576072"/>
          </a:xfrm>
          <a:prstGeom prst="rect">
            <a:avLst/>
          </a:prstGeom>
          <a:noFill/>
        </p:spPr>
        <p:txBody>
          <a:bodyPr wrap="square" lIns="0" rIns="0" tIns="0" bIns="0">
            <a:spAutoFit/>
          </a:bodyPr>
          <a:lstStyle/>
          <a:p>
            <a:pPr>
              <a:spcAft>
                <a:spcPts val="500"/>
              </a:spcAft>
              <a:defRPr sz="1500" b="0">
                <a:solidFill>
                  <a:srgbClr val="BED1ED"/>
                </a:solidFill>
                <a:latin typeface="Liberation Sans"/>
              </a:defRPr>
            </a:pPr>
            <a:r>
              <a:t>02  Multi-level gang &amp; network topology</a:t>
            </a:r>
          </a:p>
        </p:txBody>
      </p:sp>
      <p:sp>
        <p:nvSpPr>
          <p:cNvPr id="7" name="TextBox 6"/>
          <p:cNvSpPr txBox="1"/>
          <p:nvPr/>
        </p:nvSpPr>
        <p:spPr>
          <a:xfrm>
            <a:off x="8549640" y="3136391"/>
            <a:ext cx="3017520" cy="576072"/>
          </a:xfrm>
          <a:prstGeom prst="rect">
            <a:avLst/>
          </a:prstGeom>
          <a:noFill/>
        </p:spPr>
        <p:txBody>
          <a:bodyPr wrap="square" lIns="0" rIns="0" tIns="0" bIns="0">
            <a:spAutoFit/>
          </a:bodyPr>
          <a:lstStyle/>
          <a:p>
            <a:pPr>
              <a:spcAft>
                <a:spcPts val="500"/>
              </a:spcAft>
              <a:defRPr sz="1500" b="0">
                <a:solidFill>
                  <a:srgbClr val="BED1ED"/>
                </a:solidFill>
                <a:latin typeface="Liberation Sans"/>
              </a:defRPr>
            </a:pPr>
            <a:r>
              <a:t>03  Ecosystem</a:t>
            </a:r>
          </a:p>
        </p:txBody>
      </p:sp>
      <p:sp>
        <p:nvSpPr>
          <p:cNvPr id="8" name="TextBox 7"/>
          <p:cNvSpPr txBox="1"/>
          <p:nvPr/>
        </p:nvSpPr>
        <p:spPr>
          <a:xfrm>
            <a:off x="8549640" y="3721608"/>
            <a:ext cx="3017520" cy="576072"/>
          </a:xfrm>
          <a:prstGeom prst="rect">
            <a:avLst/>
          </a:prstGeom>
          <a:noFill/>
        </p:spPr>
        <p:txBody>
          <a:bodyPr wrap="square" lIns="0" rIns="0" tIns="0" bIns="0">
            <a:spAutoFit/>
          </a:bodyPr>
          <a:lstStyle/>
          <a:p>
            <a:pPr>
              <a:spcAft>
                <a:spcPts val="500"/>
              </a:spcAft>
              <a:defRPr sz="1500" b="1">
                <a:solidFill>
                  <a:srgbClr val="FFFFFF"/>
                </a:solidFill>
                <a:latin typeface="Liberation Sans"/>
              </a:defRPr>
            </a:pPr>
            <a:r>
              <a:t>04  Benchmark framework &amp; progress</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6052" y="474573"/>
            <a:ext cx="9144000" cy="448056"/>
          </a:xfrm>
          <a:prstGeom prst="rect">
            <a:avLst/>
          </a:prstGeom>
          <a:noFill/>
        </p:spPr>
        <p:txBody>
          <a:bodyPr wrap="square" lIns="0" rIns="0" tIns="0" bIns="0">
            <a:spAutoFit/>
          </a:bodyPr>
          <a:lstStyle/>
          <a:p>
            <a:pPr>
              <a:spcAft>
                <a:spcPts val="500"/>
              </a:spcAft>
              <a:defRPr sz="2800" b="1">
                <a:solidFill>
                  <a:srgbClr val="FFFFFF"/>
                </a:solidFill>
                <a:latin typeface="Liberation Sans"/>
              </a:defRPr>
            </a:pPr>
            <a:r>
              <a:t>Scheduling Benchmark Framework</a:t>
            </a:r>
          </a:p>
        </p:txBody>
      </p:sp>
      <p:pic>
        <p:nvPicPr>
          <p:cNvPr id="3" name="Picture 2" descr="22-benchmark-architecture.png"/>
          <p:cNvPicPr>
            <a:picLocks noChangeAspect="1"/>
          </p:cNvPicPr>
          <p:nvPr/>
        </p:nvPicPr>
        <p:blipFill>
          <a:blip r:embed="rId2"/>
          <a:stretch>
            <a:fillRect/>
          </a:stretch>
        </p:blipFill>
        <p:spPr>
          <a:xfrm>
            <a:off x="457200" y="1645920"/>
            <a:ext cx="11277599" cy="4267200"/>
          </a:xfrm>
          <a:prstGeom prst="rect">
            <a:avLst/>
          </a:prstGeom>
        </p:spPr>
      </p:pic>
      <p:sp>
        <p:nvSpPr>
          <p:cNvPr id="4" name="TextBox 3"/>
          <p:cNvSpPr txBox="1"/>
          <p:nvPr/>
        </p:nvSpPr>
        <p:spPr>
          <a:xfrm>
            <a:off x="475488" y="6519672"/>
            <a:ext cx="10515600" cy="201168"/>
          </a:xfrm>
          <a:prstGeom prst="rect">
            <a:avLst/>
          </a:prstGeom>
          <a:noFill/>
        </p:spPr>
        <p:txBody>
          <a:bodyPr wrap="square" lIns="0" rIns="0" tIns="0" bIns="0">
            <a:spAutoFit/>
          </a:bodyPr>
          <a:lstStyle/>
          <a:p>
            <a:pPr>
              <a:spcAft>
                <a:spcPts val="500"/>
              </a:spcAft>
              <a:defRPr sz="900" b="0">
                <a:solidFill>
                  <a:srgbClr val="414F60"/>
                </a:solidFill>
                <a:latin typeface="Liberation Sans"/>
              </a:defRPr>
            </a:pPr>
            <a:r>
              <a:t>Volcano at KubeCon + CloudNativeCon North America 2026</a:t>
            </a:r>
          </a:p>
        </p:txBody>
      </p:sp>
      <p:sp>
        <p:nvSpPr>
          <p:cNvPr id="5" name="TextBox 4"/>
          <p:cNvSpPr txBox="1"/>
          <p:nvPr/>
        </p:nvSpPr>
        <p:spPr>
          <a:xfrm>
            <a:off x="11018520" y="6483096"/>
            <a:ext cx="685800" cy="256032"/>
          </a:xfrm>
          <a:prstGeom prst="rect">
            <a:avLst/>
          </a:prstGeom>
          <a:noFill/>
        </p:spPr>
        <p:txBody>
          <a:bodyPr wrap="square" lIns="0" rIns="0" tIns="0" bIns="0">
            <a:spAutoFit/>
          </a:bodyPr>
          <a:lstStyle/>
          <a:p>
            <a:pPr algn="r">
              <a:spcAft>
                <a:spcPts val="500"/>
              </a:spcAft>
              <a:defRPr sz="1100" b="0">
                <a:solidFill>
                  <a:srgbClr val="414F60"/>
                </a:solidFill>
                <a:latin typeface="Liberation Sans"/>
              </a:defRPr>
            </a:pPr>
            <a:r>
              <a:t>22 / 26</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6052" y="474573"/>
            <a:ext cx="9144000" cy="448056"/>
          </a:xfrm>
          <a:prstGeom prst="rect">
            <a:avLst/>
          </a:prstGeom>
          <a:noFill/>
        </p:spPr>
        <p:txBody>
          <a:bodyPr wrap="square" lIns="0" rIns="0" tIns="0" bIns="0">
            <a:spAutoFit/>
          </a:bodyPr>
          <a:lstStyle/>
          <a:p>
            <a:pPr>
              <a:spcAft>
                <a:spcPts val="500"/>
              </a:spcAft>
              <a:defRPr sz="2800" b="1">
                <a:solidFill>
                  <a:srgbClr val="FFFFFF"/>
                </a:solidFill>
                <a:latin typeface="Liberation Sans"/>
              </a:defRPr>
            </a:pPr>
            <a:r>
              <a:t>Cross-Scheduler Benchmarks</a:t>
            </a:r>
          </a:p>
        </p:txBody>
      </p:sp>
      <p:pic>
        <p:nvPicPr>
          <p:cNvPr id="3" name="Picture 2" descr="23-benchmark-progress.png"/>
          <p:cNvPicPr>
            <a:picLocks noChangeAspect="1"/>
          </p:cNvPicPr>
          <p:nvPr/>
        </p:nvPicPr>
        <p:blipFill>
          <a:blip r:embed="rId2"/>
          <a:stretch>
            <a:fillRect/>
          </a:stretch>
        </p:blipFill>
        <p:spPr>
          <a:xfrm>
            <a:off x="457200" y="1645920"/>
            <a:ext cx="11277599" cy="4267200"/>
          </a:xfrm>
          <a:prstGeom prst="rect">
            <a:avLst/>
          </a:prstGeom>
        </p:spPr>
      </p:pic>
      <p:sp>
        <p:nvSpPr>
          <p:cNvPr id="4" name="TextBox 3"/>
          <p:cNvSpPr txBox="1"/>
          <p:nvPr/>
        </p:nvSpPr>
        <p:spPr>
          <a:xfrm>
            <a:off x="475488" y="6519672"/>
            <a:ext cx="10515600" cy="201168"/>
          </a:xfrm>
          <a:prstGeom prst="rect">
            <a:avLst/>
          </a:prstGeom>
          <a:noFill/>
        </p:spPr>
        <p:txBody>
          <a:bodyPr wrap="square" lIns="0" rIns="0" tIns="0" bIns="0">
            <a:spAutoFit/>
          </a:bodyPr>
          <a:lstStyle/>
          <a:p>
            <a:pPr>
              <a:spcAft>
                <a:spcPts val="500"/>
              </a:spcAft>
              <a:defRPr sz="900" b="0">
                <a:solidFill>
                  <a:srgbClr val="414F60"/>
                </a:solidFill>
                <a:latin typeface="Liberation Sans"/>
              </a:defRPr>
            </a:pPr>
            <a:r>
              <a:t>Volcano at KubeCon + CloudNativeCon North America 2026</a:t>
            </a:r>
          </a:p>
        </p:txBody>
      </p:sp>
      <p:sp>
        <p:nvSpPr>
          <p:cNvPr id="5" name="TextBox 4"/>
          <p:cNvSpPr txBox="1"/>
          <p:nvPr/>
        </p:nvSpPr>
        <p:spPr>
          <a:xfrm>
            <a:off x="11018520" y="6483096"/>
            <a:ext cx="685800" cy="256032"/>
          </a:xfrm>
          <a:prstGeom prst="rect">
            <a:avLst/>
          </a:prstGeom>
          <a:noFill/>
        </p:spPr>
        <p:txBody>
          <a:bodyPr wrap="square" lIns="0" rIns="0" tIns="0" bIns="0">
            <a:spAutoFit/>
          </a:bodyPr>
          <a:lstStyle/>
          <a:p>
            <a:pPr algn="r">
              <a:spcAft>
                <a:spcPts val="500"/>
              </a:spcAft>
              <a:defRPr sz="1100" b="0">
                <a:solidFill>
                  <a:srgbClr val="414F60"/>
                </a:solidFill>
                <a:latin typeface="Liberation Sans"/>
              </a:defRPr>
            </a:pPr>
            <a:r>
              <a:t>23 / 26</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6052" y="474573"/>
            <a:ext cx="9144000" cy="448056"/>
          </a:xfrm>
          <a:prstGeom prst="rect">
            <a:avLst/>
          </a:prstGeom>
          <a:noFill/>
        </p:spPr>
        <p:txBody>
          <a:bodyPr wrap="square" lIns="0" rIns="0" tIns="0" bIns="0">
            <a:spAutoFit/>
          </a:bodyPr>
          <a:lstStyle/>
          <a:p>
            <a:pPr>
              <a:spcAft>
                <a:spcPts val="500"/>
              </a:spcAft>
              <a:defRPr sz="2800" b="1">
                <a:solidFill>
                  <a:srgbClr val="FFFFFF"/>
                </a:solidFill>
                <a:latin typeface="Liberation Sans"/>
              </a:defRPr>
            </a:pPr>
            <a:r>
              <a:t>Workload and Topology Test Matrix</a:t>
            </a:r>
          </a:p>
        </p:txBody>
      </p:sp>
      <p:pic>
        <p:nvPicPr>
          <p:cNvPr id="3" name="Picture 2" descr="24-benchmark-measurement.png"/>
          <p:cNvPicPr>
            <a:picLocks noChangeAspect="1"/>
          </p:cNvPicPr>
          <p:nvPr/>
        </p:nvPicPr>
        <p:blipFill>
          <a:blip r:embed="rId2"/>
          <a:stretch>
            <a:fillRect/>
          </a:stretch>
        </p:blipFill>
        <p:spPr>
          <a:xfrm>
            <a:off x="457200" y="1645920"/>
            <a:ext cx="11277599" cy="4267200"/>
          </a:xfrm>
          <a:prstGeom prst="rect">
            <a:avLst/>
          </a:prstGeom>
        </p:spPr>
      </p:pic>
      <p:sp>
        <p:nvSpPr>
          <p:cNvPr id="4" name="TextBox 3"/>
          <p:cNvSpPr txBox="1"/>
          <p:nvPr/>
        </p:nvSpPr>
        <p:spPr>
          <a:xfrm>
            <a:off x="475488" y="6519672"/>
            <a:ext cx="10515600" cy="201168"/>
          </a:xfrm>
          <a:prstGeom prst="rect">
            <a:avLst/>
          </a:prstGeom>
          <a:noFill/>
        </p:spPr>
        <p:txBody>
          <a:bodyPr wrap="square" lIns="0" rIns="0" tIns="0" bIns="0">
            <a:spAutoFit/>
          </a:bodyPr>
          <a:lstStyle/>
          <a:p>
            <a:pPr>
              <a:spcAft>
                <a:spcPts val="500"/>
              </a:spcAft>
              <a:defRPr sz="900" b="0">
                <a:solidFill>
                  <a:srgbClr val="414F60"/>
                </a:solidFill>
                <a:latin typeface="Liberation Sans"/>
              </a:defRPr>
            </a:pPr>
            <a:r>
              <a:t>Volcano at KubeCon + CloudNativeCon North America 2026</a:t>
            </a:r>
          </a:p>
        </p:txBody>
      </p:sp>
      <p:sp>
        <p:nvSpPr>
          <p:cNvPr id="5" name="TextBox 4"/>
          <p:cNvSpPr txBox="1"/>
          <p:nvPr/>
        </p:nvSpPr>
        <p:spPr>
          <a:xfrm>
            <a:off x="11018520" y="6483096"/>
            <a:ext cx="685800" cy="256032"/>
          </a:xfrm>
          <a:prstGeom prst="rect">
            <a:avLst/>
          </a:prstGeom>
          <a:noFill/>
        </p:spPr>
        <p:txBody>
          <a:bodyPr wrap="square" lIns="0" rIns="0" tIns="0" bIns="0">
            <a:spAutoFit/>
          </a:bodyPr>
          <a:lstStyle/>
          <a:p>
            <a:pPr algn="r">
              <a:spcAft>
                <a:spcPts val="500"/>
              </a:spcAft>
              <a:defRPr sz="1100" b="0">
                <a:solidFill>
                  <a:srgbClr val="414F60"/>
                </a:solidFill>
                <a:latin typeface="Liberation Sans"/>
              </a:defRPr>
            </a:pPr>
            <a:r>
              <a:t>24 / 26</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6052" y="474573"/>
            <a:ext cx="9144000" cy="448056"/>
          </a:xfrm>
          <a:prstGeom prst="rect">
            <a:avLst/>
          </a:prstGeom>
          <a:noFill/>
        </p:spPr>
        <p:txBody>
          <a:bodyPr wrap="square" lIns="0" rIns="0" tIns="0" bIns="0">
            <a:spAutoFit/>
          </a:bodyPr>
          <a:lstStyle/>
          <a:p>
            <a:pPr>
              <a:spcAft>
                <a:spcPts val="500"/>
              </a:spcAft>
              <a:defRPr sz="2800" b="1">
                <a:solidFill>
                  <a:srgbClr val="FFFFFF"/>
                </a:solidFill>
                <a:latin typeface="Liberation Sans"/>
              </a:defRPr>
            </a:pPr>
            <a:r>
              <a:t>v1.17 Priorities</a:t>
            </a:r>
          </a:p>
        </p:txBody>
      </p:sp>
      <p:pic>
        <p:nvPicPr>
          <p:cNvPr id="3" name="Picture 2" descr="25-takeaways.png"/>
          <p:cNvPicPr>
            <a:picLocks noChangeAspect="1"/>
          </p:cNvPicPr>
          <p:nvPr/>
        </p:nvPicPr>
        <p:blipFill>
          <a:blip r:embed="rId2"/>
          <a:stretch>
            <a:fillRect/>
          </a:stretch>
        </p:blipFill>
        <p:spPr>
          <a:xfrm>
            <a:off x="457200" y="1645920"/>
            <a:ext cx="11277599" cy="4267200"/>
          </a:xfrm>
          <a:prstGeom prst="rect">
            <a:avLst/>
          </a:prstGeom>
        </p:spPr>
      </p:pic>
      <p:sp>
        <p:nvSpPr>
          <p:cNvPr id="4" name="TextBox 3"/>
          <p:cNvSpPr txBox="1"/>
          <p:nvPr/>
        </p:nvSpPr>
        <p:spPr>
          <a:xfrm>
            <a:off x="475488" y="6519672"/>
            <a:ext cx="10515600" cy="201168"/>
          </a:xfrm>
          <a:prstGeom prst="rect">
            <a:avLst/>
          </a:prstGeom>
          <a:noFill/>
        </p:spPr>
        <p:txBody>
          <a:bodyPr wrap="square" lIns="0" rIns="0" tIns="0" bIns="0">
            <a:spAutoFit/>
          </a:bodyPr>
          <a:lstStyle/>
          <a:p>
            <a:pPr>
              <a:spcAft>
                <a:spcPts val="500"/>
              </a:spcAft>
              <a:defRPr sz="900" b="0">
                <a:solidFill>
                  <a:srgbClr val="414F60"/>
                </a:solidFill>
                <a:latin typeface="Liberation Sans"/>
              </a:defRPr>
            </a:pPr>
            <a:r>
              <a:t>Volcano at KubeCon + CloudNativeCon North America 2026</a:t>
            </a:r>
          </a:p>
        </p:txBody>
      </p:sp>
      <p:sp>
        <p:nvSpPr>
          <p:cNvPr id="5" name="TextBox 4"/>
          <p:cNvSpPr txBox="1"/>
          <p:nvPr/>
        </p:nvSpPr>
        <p:spPr>
          <a:xfrm>
            <a:off x="11018520" y="6483096"/>
            <a:ext cx="685800" cy="256032"/>
          </a:xfrm>
          <a:prstGeom prst="rect">
            <a:avLst/>
          </a:prstGeom>
          <a:noFill/>
        </p:spPr>
        <p:txBody>
          <a:bodyPr wrap="square" lIns="0" rIns="0" tIns="0" bIns="0">
            <a:spAutoFit/>
          </a:bodyPr>
          <a:lstStyle/>
          <a:p>
            <a:pPr algn="r">
              <a:spcAft>
                <a:spcPts val="500"/>
              </a:spcAft>
              <a:defRPr sz="1100" b="0">
                <a:solidFill>
                  <a:srgbClr val="414F60"/>
                </a:solidFill>
                <a:latin typeface="Liberation Sans"/>
              </a:defRPr>
            </a:pPr>
            <a:r>
              <a:t>25 / 26</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6052" y="474573"/>
            <a:ext cx="9144000" cy="448056"/>
          </a:xfrm>
          <a:prstGeom prst="rect">
            <a:avLst/>
          </a:prstGeom>
          <a:noFill/>
        </p:spPr>
        <p:txBody>
          <a:bodyPr wrap="square" lIns="0" rIns="0" tIns="0" bIns="0">
            <a:spAutoFit/>
          </a:bodyPr>
          <a:lstStyle/>
          <a:p>
            <a:pPr>
              <a:spcAft>
                <a:spcPts val="500"/>
              </a:spcAft>
              <a:defRPr sz="2800" b="1">
                <a:solidFill>
                  <a:srgbClr val="FFFFFF"/>
                </a:solidFill>
                <a:latin typeface="Liberation Sans"/>
              </a:defRPr>
            </a:pPr>
            <a:r>
              <a:t>Volcano Users</a:t>
            </a:r>
          </a:p>
        </p:txBody>
      </p:sp>
      <p:pic>
        <p:nvPicPr>
          <p:cNvPr id="3" name="Picture 2" descr="26-community-users.png"/>
          <p:cNvPicPr>
            <a:picLocks noChangeAspect="1"/>
          </p:cNvPicPr>
          <p:nvPr/>
        </p:nvPicPr>
        <p:blipFill>
          <a:blip r:embed="rId2"/>
          <a:stretch>
            <a:fillRect/>
          </a:stretch>
        </p:blipFill>
        <p:spPr>
          <a:xfrm>
            <a:off x="457200" y="1645920"/>
            <a:ext cx="11277599" cy="4267200"/>
          </a:xfrm>
          <a:prstGeom prst="rect">
            <a:avLst/>
          </a:prstGeom>
        </p:spPr>
      </p:pic>
      <p:sp>
        <p:nvSpPr>
          <p:cNvPr id="4" name="TextBox 3"/>
          <p:cNvSpPr txBox="1"/>
          <p:nvPr/>
        </p:nvSpPr>
        <p:spPr>
          <a:xfrm>
            <a:off x="475488" y="6519672"/>
            <a:ext cx="10515600" cy="201168"/>
          </a:xfrm>
          <a:prstGeom prst="rect">
            <a:avLst/>
          </a:prstGeom>
          <a:noFill/>
        </p:spPr>
        <p:txBody>
          <a:bodyPr wrap="square" lIns="0" rIns="0" tIns="0" bIns="0">
            <a:spAutoFit/>
          </a:bodyPr>
          <a:lstStyle/>
          <a:p>
            <a:pPr>
              <a:spcAft>
                <a:spcPts val="500"/>
              </a:spcAft>
              <a:defRPr sz="900" b="0">
                <a:solidFill>
                  <a:srgbClr val="414F60"/>
                </a:solidFill>
                <a:latin typeface="Liberation Sans"/>
              </a:defRPr>
            </a:pPr>
            <a:r>
              <a:t>Volcano at KubeCon + CloudNativeCon North America 2026</a:t>
            </a:r>
          </a:p>
        </p:txBody>
      </p:sp>
      <p:sp>
        <p:nvSpPr>
          <p:cNvPr id="5" name="TextBox 4"/>
          <p:cNvSpPr txBox="1"/>
          <p:nvPr/>
        </p:nvSpPr>
        <p:spPr>
          <a:xfrm>
            <a:off x="11018520" y="6483096"/>
            <a:ext cx="685800" cy="256032"/>
          </a:xfrm>
          <a:prstGeom prst="rect">
            <a:avLst/>
          </a:prstGeom>
          <a:noFill/>
        </p:spPr>
        <p:txBody>
          <a:bodyPr wrap="square" lIns="0" rIns="0" tIns="0" bIns="0">
            <a:spAutoFit/>
          </a:bodyPr>
          <a:lstStyle/>
          <a:p>
            <a:pPr algn="r">
              <a:spcAft>
                <a:spcPts val="500"/>
              </a:spcAft>
              <a:defRPr sz="1100" b="0">
                <a:solidFill>
                  <a:srgbClr val="414F60"/>
                </a:solidFill>
                <a:latin typeface="Liberation Sans"/>
              </a:defRPr>
            </a:pPr>
            <a:r>
              <a:t>26 / 26</a:t>
            </a:r>
          </a:p>
        </p:txBody>
      </p:sp>
    </p:spTree>
  </p:cSld>
  <p:clrMapOvr>
    <a:masterClrMapping/>
  </p:clrMapOvr>
</p:sld>
</file>

<file path=ppt/theme/theme1.xml><?xml version="1.0" encoding="utf-8"?>
<a:theme xmlns:a="http://schemas.openxmlformats.org/drawingml/2006/main" xmlns:r="http://schemas.openxmlformats.org/officeDocument/2006/relationships" name="OSSNA24">
  <a:themeElements>
    <a:clrScheme name="Custom 10">
      <a:dk1>
        <a:srgbClr val="000000"/>
      </a:dk1>
      <a:lt1>
        <a:srgbClr val="FFFFFF"/>
      </a:lt1>
      <a:dk2>
        <a:srgbClr val="052243"/>
      </a:dk2>
      <a:lt2>
        <a:srgbClr val="113E82"/>
      </a:lt2>
      <a:accent1>
        <a:srgbClr val="D62293"/>
      </a:accent1>
      <a:accent2>
        <a:srgbClr val="FFEE88"/>
      </a:accent2>
      <a:accent3>
        <a:srgbClr val="113851"/>
      </a:accent3>
      <a:accent4>
        <a:srgbClr val="2E9C68"/>
      </a:accent4>
      <a:accent5>
        <a:srgbClr val="40BE95"/>
      </a:accent5>
      <a:accent6>
        <a:srgbClr val="E3F6FF"/>
      </a:accent6>
      <a:hlink>
        <a:srgbClr val="ADC5EF"/>
      </a:hlink>
      <a:folHlink>
        <a:srgbClr val="FFF7B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Volcano for the Agentic AI Era: Unified Scheduling Across Training, Inference, and Agents</dc:title>
  <dc:subject>KubeCon NA 2026 — revised technical presentation</dc:subject>
  <dc:creator>Ricardo Aravena; Rainie Li</dc:creator>
  <dc:description>Official KubeCon NA 2026 template. Approved refinements to mappings, gang-preemption motivation, benchmarks and plain-paragraph speaker notes.</dc:description>
</cp:coreProperties>
</file>