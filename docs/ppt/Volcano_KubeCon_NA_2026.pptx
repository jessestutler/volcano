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6"/>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y="6858000" cx="12191999"/>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4" roundtripDataSignature="AMtx7mhVgqDUejHKW5zsxwP4L1eNF/yxN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8.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customschemas.google.com/relationships/presentationmetadata" Target="metadata"/><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Today we will look at how Volcano supports different AI workloads on shared Kubernetes clusters. We will move from scheduling paths to group placement, then show how ecosystem integrations and benchmarks bring these ideas into practice.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Briefly introduce yourselves and your work in cloud native infrastructure. Connect that experience to the challenges of scheduling training, inference, and emerging agent workloads.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Different workloads have different scheduling needs. Start with how Volcano coordinates those needs across a shared cluster.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Training and inference both need complete groups and good network locality. Training groups follow parallelism patterns such as TP and PP, while inference groups follow roles and replicas. Agent workloads add bursts and startup latency concerns. A runtime controller can reuse warm capacity, then request more Pods through a fast scheduling path when the pool needs to grow.</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Different workloads can use different scheduling paths, while sharing the same cluster. The Sharding Controller uses node metrics and scheduling strategies to adjust the node pools. NodeShard carries the desired allocation, and the schedulers coordinate changes with the nodes already in use. This gives each path room to adapt as workload demands change.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The controller combines node state with a sharding strategy to calculate the desired allocation. For example, it can filter nodes by CPU allocation, prefer nodes labeled for warmup, and cap how many nodes a scheduler receives. CPU allocation here comes from Pod resource requests, rather than measured CPU usage.</a:t>
            </a:r>
          </a:p>
          <a:p>
            <a:pPr marL="0" indent="0">
              <a:spcAft>
                <a:spcPts val="800"/>
              </a:spcAft>
              <a:buNone/>
              <a:defRPr sz="1400"/>
            </a:pPr>
          </a:p>
          <a:p>
            <a:pPr marL="0" indent="0">
              <a:spcAft>
                <a:spcPts val="800"/>
              </a:spcAft>
              <a:buNone/>
              <a:defRPr sz="1400"/>
            </a:pPr>
            <a:r>
              <a:t>In the YAML, nodesDesired is the target set and nodesInUse is the current set. Their difference identifies nodes to add or release. The scheduler coordinates these changes as candidate pools evolve.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Having available nodes is only part of the problem. We also need to keep workload groups complete and place them within suitable network domains.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A training job can contain several pipeline stages, with tensor-parallel ranks inside each stage. A serving instance can contain Prefill and Decode roles, each with its own replicas. These structures create requirements at more than one level. We need to admit the overall workload while preserving complete compute groups inside it.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PodGroup expresses admission requirements for the whole job or serving group. SubGroup preserves smaller units, such as a TP group or a role replica. One policy can use replica labels to identify multiple SubGroups. The network hierarchy below provides the domains where those complete groups can be placed.</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HyperNode turns the physical network hierarchy into scheduling domains. A parent HyperNode groups other HyperNodes, while a leaf HyperNode groups Kubernetes nodes. Named tiers such as spine and leaf let workloads express locality requirements. This gives the scheduler a common view of the network at several levels.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This is one placement example, not a fixed layout for Prefill and Decode. The PodGroup uses the core tier, while its SubGroups request different topology domains. Each level can have its own network topology constraints.</a:t>
            </a:r>
          </a:p>
          <a:p>
            <a:pPr marL="0" indent="0">
              <a:spcAft>
                <a:spcPts val="800"/>
              </a:spcAft>
              <a:buNone/>
              <a:defRPr sz="1400"/>
            </a:pPr>
          </a:p>
          <a:p>
            <a:pPr marL="0" indent="0">
              <a:spcAft>
                <a:spcPts val="800"/>
              </a:spcAft>
              <a:buNone/>
              <a:defRPr sz="1400"/>
            </a:pPr>
            <a:r>
              <a:t>For example, one SubGroup may need tight communication within a leaf, while another can span a spine. The actual choices depend on communication patterns and cluster topology. The role names do not dictate where they must run.</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Each training gang needs both of its Pods and stays inside one HyperNode. Taking one Pod from each of A, B, C and D interrupts four training jobs and can lose work since their last checkpoint.</a:t>
            </a:r>
          </a:p>
          <a:p>
            <a:pPr marL="0" indent="0">
              <a:spcAft>
                <a:spcPts val="800"/>
              </a:spcAft>
              <a:buNone/>
              <a:defRPr sz="1400"/>
            </a:pPr>
          </a:p>
          <a:p>
            <a:pPr marL="0" indent="0">
              <a:spcAft>
                <a:spcPts val="800"/>
              </a:spcAft>
              <a:buNone/>
              <a:defRPr sz="1400"/>
            </a:pPr>
            <a:r>
              <a:t>Within HyperNode West, consider victim gangs in priority order. A and B together release four slots. Simulate the complete incoming gang, including its topology constraints. Commit only a feasible plan. A failed trial causes no eviction.</a:t>
            </a:r>
          </a:p>
          <a:p>
            <a:pPr marL="0" indent="0">
              <a:spcAft>
                <a:spcPts val="800"/>
              </a:spcAft>
              <a:buNone/>
              <a:defRPr sz="1400"/>
            </a:pPr>
          </a:p>
          <a:p>
            <a:pPr marL="0" indent="0">
              <a:spcAft>
                <a:spcPts val="800"/>
              </a:spcAft>
              <a:buNone/>
              <a:defRPr sz="1400"/>
            </a:pPr>
            <a:r>
              <a:t>These training jobs have no surplus Pods, so this example uses whole-gang victims. C, D and the jobs in HyperNode East keep running.</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Each serving instance remains a complete PodGroup within its chosen domain. PodGroup anti-affinity places matching instances in separate supernodes, reducing their exposure to the same domain failure. The scheduler provides placement separation. Application health checks and routing still handle service recovery.</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The next step is to express relationships between SubGroups inside one PodGroup. Prefill and Decode groups may benefit from staying in the same supernode, while Decode replicas should use separate leaf domains. These affinity and anti-affinity rules are planned work. They would combine communication locality with replica isolation.</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Workload controllers know the roles, replicas, and minimum group sizes. The next examples show how they pass that structure to Volcano.</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Kthena lets users describe scheduling intent in ModelServing. The groupPolicy applies to the whole ServingGroup, while rolePolicy applies to its role replicas. Here, the whole group stays within a spine domain and each role replica stays within a leaf. The next slide shows how these settings become Volcano PodGroup fields.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Start with the three count rules below the YAML. Blue marks the minimum number of groups, green marks Pods per group, and purple marks the total. For Kthena, minRoleReplicas sets minSubGroups. workerReplicas excludes the Entry Pod, so add one Entry to each worker count. Here, one Prefill group and three Decode groups each need two Pods, giving eight.</a:t>
            </a:r>
          </a:p>
          <a:p>
            <a:pPr marL="0" indent="0">
              <a:spcAft>
                <a:spcPts val="800"/>
              </a:spcAft>
              <a:buNone/>
              <a:defRPr sz="1400"/>
            </a:pPr>
          </a:p>
          <a:p>
            <a:pPr marL="0" indent="0">
              <a:spcAft>
                <a:spcPts val="800"/>
              </a:spcAft>
              <a:buNone/>
              <a:defRPr sz="1400"/>
            </a:pPr>
            <a:r>
              <a:t>There are two role policies but four SubGroups. The example sets desired replicas equal to these gang minimums. Role identity labels distinguish the three Decode replicas. The groupPolicy and rolePolicy from the previous slide also carry into the generated PodGroup. The excerpts here focus on counts, while the companion YAML retains selectors and topology fields.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The Head is a separate one-Pod SubGroup. It is not included in workerGroupSpecs. With autoscaling enabled, minReplicas gives the worker SubGroup count, while numOfHosts gives Pods per worker SubGroup. The total is one Head plus two times two worker Pods. The right diagram shows three SubGroups: one for the head and one for each worker replica. That gives five minimum Pods.</a:t>
            </a:r>
          </a:p>
          <a:p>
            <a:pPr marL="0" indent="0">
              <a:spcAft>
                <a:spcPts val="800"/>
              </a:spcAft>
              <a:buNone/>
              <a:defRPr sz="1400"/>
            </a:pPr>
          </a:p>
          <a:p>
            <a:pPr marL="0" indent="0">
              <a:spcAft>
                <a:spcPts val="800"/>
              </a:spcAft>
              <a:buNone/>
              <a:defRPr sz="1400"/>
            </a:pPr>
            <a:r>
              <a:t>The replica label keeps each pair of hosts together. Replica grouping must be enabled. The YAML now includes both the head and worker policies. The companion example includes the replica-name selector. Worker-group topology support is still in progress.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Each named Grove group becomes one SubGroup. Here, minReplicas sets Pods per SubGroup, not the number of SubGroups. Prefill needs two Pods and Decode needs four. The same names and counts appear inside the Volcano PodGroup. Each group creates one SubGroup policy, giving two SubGroups and six minimum Pods.</a:t>
            </a:r>
          </a:p>
          <a:p>
            <a:pPr marL="0" indent="0">
              <a:spcAft>
                <a:spcPts val="800"/>
              </a:spcAft>
              <a:buNone/>
              <a:defRPr sz="1400"/>
            </a:pPr>
          </a:p>
          <a:p>
            <a:pPr marL="0" indent="0">
              <a:spcAft>
                <a:spcPts val="800"/>
              </a:spcAft>
              <a:buNone/>
              <a:defRPr sz="1400"/>
            </a:pPr>
            <a:r>
              <a:t>The backend uses grove.io/podclique labels to select group members. The companion YAML includes those selectors. This mapping preserves gang structure, but this backend does not yet support topologyConstraint.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RBG integration is in progress at both the PodGroup and SubGroup levels. HyperNode tree query support is another part of that work, giving the controller access to the topology hierarchy.</a:t>
            </a:r>
          </a:p>
          <a:p>
            <a:pPr marL="0" indent="0">
              <a:spcAft>
                <a:spcPts val="800"/>
              </a:spcAft>
              <a:buNone/>
              <a:defRPr sz="1400"/>
            </a:pPr>
          </a:p>
          <a:p>
            <a:pPr marL="0" indent="0">
              <a:spcAft>
                <a:spcPts val="800"/>
              </a:spcAft>
              <a:buNone/>
              <a:defRPr sz="1400"/>
            </a:pPr>
            <a:r>
              <a:t>For Kubeflow, the planned work extends group structure and topology support. For LWS, it includes coordination across roles and multiple groups. These are ongoing and planned integrations, not a claim that every capability is already available.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More workload shapes and placement rules also mean more behavior to validate. We need repeatable tests that help us compare schedulers and understand where each approach works well.</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The framework generates workloads and records what happens through the API and scheduler. Audit events and Prometheus provide measurements for reports, including scheduling latency and binding throughput. Tests can use Kind with KWOK or an existing cluster. These measurements describe scheduling behavior, while GPU execution performance needs separate testing.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This page shows how we plan to compare schedulers. Keep the workload definition, arrivals, and resource requests fixed. Run one scheduler at a time, reset cluster state, and replay the same inputs for the next scheduler. Repeat runs and retain versions, configuration, and measurements.</a:t>
            </a:r>
          </a:p>
          <a:p>
            <a:pPr marL="0" indent="0">
              <a:spcAft>
                <a:spcPts val="800"/>
              </a:spcAft>
              <a:buNone/>
              <a:defRPr sz="1400"/>
            </a:pPr>
          </a:p>
          <a:p>
            <a:pPr marL="0" indent="0">
              <a:spcAft>
                <a:spcPts val="800"/>
              </a:spcAft>
              <a:buNone/>
              <a:defRPr sz="1400"/>
            </a:pPr>
            <a:r>
              <a:t>Check that compared schedulers support equivalent scheduling semantics, especially for gangs and topology. This is an experiment design, not a performance result. The next slide covers which workload and topology scenarios to test.</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The test matrix should cover several kinds of pressure. Bursts test tail latency and backlog recovery, while larger gangs expose resource fragmentation. Topology cases check whether complete groups land in valid domains. The goal is to find the scenarios each scheduler handles well and understand the tradeoffs.</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These are roadmap directions selected for this talk, not an official priority ranking. Resource defragmentation would relocate workloads at PodGroup granularity to consolidate GPU capacity. HyperNode work includes a kube-scheduler extender and SubGroup affinity and anti-affinity.</a:t>
            </a:r>
          </a:p>
          <a:p>
            <a:pPr marL="0" indent="0">
              <a:spcAft>
                <a:spcPts val="800"/>
              </a:spcAft>
              <a:buNone/>
              <a:defRPr sz="1400"/>
            </a:pPr>
          </a:p>
          <a:p>
            <a:pPr marL="0" indent="0">
              <a:spcAft>
                <a:spcPts val="800"/>
              </a:spcAft>
              <a:buNone/>
              <a:defRPr sz="1400"/>
            </a:pPr>
            <a:r>
              <a:t>Accelerator work covers generic xPU topology, DRA binpack, and ResourceClaim preemption and reclaim. DRA-backed extended resources let workloads keep familiar resource requests; continue validating that integration rather than presenting the upstream feature as new. DRANET adds network-device allocation and GPU/NIC locality. Ecosystem work extends group and topology support in Kubeflow, KubeRay, and LWS. The roadmap also tracks gang preemption and reclaim, tenant queue fairness, and performance improvements backed by benchmarks.</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These logos represent Volcano users and platforms that use or provide Volcano. Their usage and integration models differ. Thank them for their feedback and contributions, and invite the audience to share workload examples or integration needs.</a:t>
            </a:r>
          </a:p>
          <a:p>
            <a:pPr marL="0" indent="0">
              <a:spcAft>
                <a:spcPts val="800"/>
              </a:spcAft>
              <a:buNone/>
              <a:defRPr sz="1400"/>
            </a:pPr>
          </a:p>
          <a:p>
            <a:pPr marL="0" indent="0">
              <a:spcAft>
                <a:spcPts val="800"/>
              </a:spcAft>
              <a:buNone/>
              <a:defRPr sz="1400"/>
            </a:pPr>
            <a:r>
              <a:t>The QR codes open the Volcano website, GitHub repository, and the Volcano channel in CNCF Slack. Slack requires workspace access. Open the floor for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8.png"/><Relationship Id="rId5" Type="http://schemas.openxmlformats.org/officeDocument/2006/relationships/image" Target="../media/image12.png"/><Relationship Id="rId6"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lt2"/>
        </a:solidFill>
      </p:bgPr>
    </p:bg>
    <p:spTree>
      <p:nvGrpSpPr>
        <p:cNvPr id="9" name="Shape 9"/>
        <p:cNvGrpSpPr/>
        <p:nvPr/>
      </p:nvGrpSpPr>
      <p:grpSpPr>
        <a:xfrm>
          <a:off x="0" y="0"/>
          <a:ext cx="0" cy="0"/>
          <a:chOff x="0" y="0"/>
          <a:chExt cx="0" cy="0"/>
        </a:xfrm>
      </p:grpSpPr>
      <p:pic>
        <p:nvPicPr>
          <p:cNvPr id="10" name="Google Shape;10;p10"/>
          <p:cNvPicPr preferRelativeResize="0"/>
          <p:nvPr/>
        </p:nvPicPr>
        <p:blipFill rotWithShape="1">
          <a:blip r:embed="rId2">
            <a:alphaModFix/>
          </a:blip>
          <a:srcRect b="0" l="0" r="15741" t="0"/>
          <a:stretch/>
        </p:blipFill>
        <p:spPr>
          <a:xfrm>
            <a:off x="0" y="3002844"/>
            <a:ext cx="12191999" cy="3855156"/>
          </a:xfrm>
          <a:prstGeom prst="rect">
            <a:avLst/>
          </a:prstGeom>
          <a:noFill/>
          <a:ln>
            <a:noFill/>
          </a:ln>
        </p:spPr>
      </p:pic>
      <p:grpSp>
        <p:nvGrpSpPr>
          <p:cNvPr id="11" name="Google Shape;11;p10"/>
          <p:cNvGrpSpPr/>
          <p:nvPr/>
        </p:nvGrpSpPr>
        <p:grpSpPr>
          <a:xfrm>
            <a:off x="237067" y="1704621"/>
            <a:ext cx="11954932" cy="3036712"/>
            <a:chOff x="177800" y="1278466"/>
            <a:chExt cx="8966200" cy="2277534"/>
          </a:xfrm>
        </p:grpSpPr>
        <p:sp>
          <p:nvSpPr>
            <p:cNvPr id="12" name="Google Shape;12;p10"/>
            <p:cNvSpPr/>
            <p:nvPr/>
          </p:nvSpPr>
          <p:spPr>
            <a:xfrm>
              <a:off x="177800" y="1701800"/>
              <a:ext cx="8966200" cy="1363133"/>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67" u="none" cap="none" strike="noStrike">
                <a:solidFill>
                  <a:schemeClr val="lt1"/>
                </a:solidFill>
                <a:latin typeface="Arial"/>
                <a:ea typeface="Arial"/>
                <a:cs typeface="Arial"/>
                <a:sym typeface="Arial"/>
              </a:endParaRPr>
            </a:p>
          </p:txBody>
        </p:sp>
        <p:sp>
          <p:nvSpPr>
            <p:cNvPr id="13" name="Google Shape;13;p10"/>
            <p:cNvSpPr/>
            <p:nvPr/>
          </p:nvSpPr>
          <p:spPr>
            <a:xfrm>
              <a:off x="6045200" y="1278466"/>
              <a:ext cx="2404533" cy="1978491"/>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67" u="none" cap="none" strike="noStrike">
                <a:solidFill>
                  <a:schemeClr val="lt1"/>
                </a:solidFill>
                <a:latin typeface="Arial"/>
                <a:ea typeface="Arial"/>
                <a:cs typeface="Arial"/>
                <a:sym typeface="Arial"/>
              </a:endParaRPr>
            </a:p>
          </p:txBody>
        </p:sp>
        <p:sp>
          <p:nvSpPr>
            <p:cNvPr id="14" name="Google Shape;14;p10"/>
            <p:cNvSpPr/>
            <p:nvPr/>
          </p:nvSpPr>
          <p:spPr>
            <a:xfrm>
              <a:off x="1642534" y="1278466"/>
              <a:ext cx="2404533" cy="2277534"/>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67" u="none" cap="none" strike="noStrike">
                <a:solidFill>
                  <a:schemeClr val="lt1"/>
                </a:solidFill>
                <a:latin typeface="Arial"/>
                <a:ea typeface="Arial"/>
                <a:cs typeface="Arial"/>
                <a:sym typeface="Arial"/>
              </a:endParaRPr>
            </a:p>
          </p:txBody>
        </p:sp>
      </p:grpSp>
      <p:sp>
        <p:nvSpPr>
          <p:cNvPr id="15" name="Google Shape;15;p10"/>
          <p:cNvSpPr txBox="1"/>
          <p:nvPr>
            <p:ph type="ctrTitle"/>
          </p:nvPr>
        </p:nvSpPr>
        <p:spPr>
          <a:xfrm>
            <a:off x="414953" y="1668595"/>
            <a:ext cx="10680267" cy="1940237"/>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4800"/>
              <a:buNone/>
              <a:defRPr b="1" i="0" sz="6400">
                <a:solidFill>
                  <a:schemeClr val="lt1"/>
                </a:solidFill>
                <a:latin typeface="Arial"/>
                <a:ea typeface="Arial"/>
                <a:cs typeface="Arial"/>
                <a:sym typeface="Arial"/>
              </a:defRPr>
            </a:lvl1pPr>
            <a:lvl2pPr lvl="1" algn="ctr">
              <a:lnSpc>
                <a:spcPct val="100000"/>
              </a:lnSpc>
              <a:spcBef>
                <a:spcPts val="0"/>
              </a:spcBef>
              <a:spcAft>
                <a:spcPts val="0"/>
              </a:spcAft>
              <a:buClr>
                <a:schemeClr val="lt1"/>
              </a:buClr>
              <a:buSzPts val="4800"/>
              <a:buNone/>
              <a:defRPr sz="6400">
                <a:solidFill>
                  <a:schemeClr val="lt1"/>
                </a:solidFill>
              </a:defRPr>
            </a:lvl2pPr>
            <a:lvl3pPr lvl="2" algn="ctr">
              <a:lnSpc>
                <a:spcPct val="100000"/>
              </a:lnSpc>
              <a:spcBef>
                <a:spcPts val="0"/>
              </a:spcBef>
              <a:spcAft>
                <a:spcPts val="0"/>
              </a:spcAft>
              <a:buClr>
                <a:schemeClr val="lt1"/>
              </a:buClr>
              <a:buSzPts val="4800"/>
              <a:buNone/>
              <a:defRPr sz="6400">
                <a:solidFill>
                  <a:schemeClr val="lt1"/>
                </a:solidFill>
              </a:defRPr>
            </a:lvl3pPr>
            <a:lvl4pPr lvl="3" algn="ctr">
              <a:lnSpc>
                <a:spcPct val="100000"/>
              </a:lnSpc>
              <a:spcBef>
                <a:spcPts val="0"/>
              </a:spcBef>
              <a:spcAft>
                <a:spcPts val="0"/>
              </a:spcAft>
              <a:buClr>
                <a:schemeClr val="lt1"/>
              </a:buClr>
              <a:buSzPts val="4800"/>
              <a:buNone/>
              <a:defRPr sz="6400">
                <a:solidFill>
                  <a:schemeClr val="lt1"/>
                </a:solidFill>
              </a:defRPr>
            </a:lvl4pPr>
            <a:lvl5pPr lvl="4" algn="ctr">
              <a:lnSpc>
                <a:spcPct val="100000"/>
              </a:lnSpc>
              <a:spcBef>
                <a:spcPts val="0"/>
              </a:spcBef>
              <a:spcAft>
                <a:spcPts val="0"/>
              </a:spcAft>
              <a:buClr>
                <a:schemeClr val="lt1"/>
              </a:buClr>
              <a:buSzPts val="4800"/>
              <a:buNone/>
              <a:defRPr sz="6400">
                <a:solidFill>
                  <a:schemeClr val="lt1"/>
                </a:solidFill>
              </a:defRPr>
            </a:lvl5pPr>
            <a:lvl6pPr lvl="5" algn="ctr">
              <a:lnSpc>
                <a:spcPct val="100000"/>
              </a:lnSpc>
              <a:spcBef>
                <a:spcPts val="0"/>
              </a:spcBef>
              <a:spcAft>
                <a:spcPts val="0"/>
              </a:spcAft>
              <a:buClr>
                <a:schemeClr val="lt1"/>
              </a:buClr>
              <a:buSzPts val="4800"/>
              <a:buNone/>
              <a:defRPr sz="6400">
                <a:solidFill>
                  <a:schemeClr val="lt1"/>
                </a:solidFill>
              </a:defRPr>
            </a:lvl6pPr>
            <a:lvl7pPr lvl="6" algn="ctr">
              <a:lnSpc>
                <a:spcPct val="100000"/>
              </a:lnSpc>
              <a:spcBef>
                <a:spcPts val="0"/>
              </a:spcBef>
              <a:spcAft>
                <a:spcPts val="0"/>
              </a:spcAft>
              <a:buClr>
                <a:schemeClr val="lt1"/>
              </a:buClr>
              <a:buSzPts val="4800"/>
              <a:buNone/>
              <a:defRPr sz="6400">
                <a:solidFill>
                  <a:schemeClr val="lt1"/>
                </a:solidFill>
              </a:defRPr>
            </a:lvl7pPr>
            <a:lvl8pPr lvl="7" algn="ctr">
              <a:lnSpc>
                <a:spcPct val="100000"/>
              </a:lnSpc>
              <a:spcBef>
                <a:spcPts val="0"/>
              </a:spcBef>
              <a:spcAft>
                <a:spcPts val="0"/>
              </a:spcAft>
              <a:buClr>
                <a:schemeClr val="lt1"/>
              </a:buClr>
              <a:buSzPts val="4800"/>
              <a:buNone/>
              <a:defRPr sz="6400">
                <a:solidFill>
                  <a:schemeClr val="lt1"/>
                </a:solidFill>
              </a:defRPr>
            </a:lvl8pPr>
            <a:lvl9pPr lvl="8" algn="ctr">
              <a:lnSpc>
                <a:spcPct val="100000"/>
              </a:lnSpc>
              <a:spcBef>
                <a:spcPts val="0"/>
              </a:spcBef>
              <a:spcAft>
                <a:spcPts val="0"/>
              </a:spcAft>
              <a:buClr>
                <a:schemeClr val="lt1"/>
              </a:buClr>
              <a:buSzPts val="4800"/>
              <a:buNone/>
              <a:defRPr sz="6400">
                <a:solidFill>
                  <a:schemeClr val="lt1"/>
                </a:solidFill>
              </a:defRPr>
            </a:lvl9pPr>
          </a:lstStyle>
          <a:p/>
        </p:txBody>
      </p:sp>
      <p:sp>
        <p:nvSpPr>
          <p:cNvPr id="16" name="Google Shape;16;p10"/>
          <p:cNvSpPr txBox="1"/>
          <p:nvPr>
            <p:ph idx="1" type="subTitle"/>
          </p:nvPr>
        </p:nvSpPr>
        <p:spPr>
          <a:xfrm>
            <a:off x="414952" y="3608832"/>
            <a:ext cx="10680267" cy="812339"/>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2800"/>
              <a:buNone/>
              <a:defRPr b="1" i="0" sz="3733">
                <a:solidFill>
                  <a:schemeClr val="accent6"/>
                </a:solidFill>
                <a:latin typeface="Arial"/>
                <a:ea typeface="Arial"/>
                <a:cs typeface="Arial"/>
                <a:sym typeface="Arial"/>
              </a:defRPr>
            </a:lvl1pPr>
            <a:lvl2pPr lvl="1" algn="ctr">
              <a:lnSpc>
                <a:spcPct val="100000"/>
              </a:lnSpc>
              <a:spcBef>
                <a:spcPts val="0"/>
              </a:spcBef>
              <a:spcAft>
                <a:spcPts val="0"/>
              </a:spcAft>
              <a:buClr>
                <a:schemeClr val="lt1"/>
              </a:buClr>
              <a:buSzPts val="2800"/>
              <a:buNone/>
              <a:defRPr sz="3733">
                <a:solidFill>
                  <a:schemeClr val="lt1"/>
                </a:solidFill>
              </a:defRPr>
            </a:lvl2pPr>
            <a:lvl3pPr lvl="2" algn="ctr">
              <a:lnSpc>
                <a:spcPct val="100000"/>
              </a:lnSpc>
              <a:spcBef>
                <a:spcPts val="0"/>
              </a:spcBef>
              <a:spcAft>
                <a:spcPts val="0"/>
              </a:spcAft>
              <a:buClr>
                <a:schemeClr val="lt1"/>
              </a:buClr>
              <a:buSzPts val="2800"/>
              <a:buNone/>
              <a:defRPr sz="3733">
                <a:solidFill>
                  <a:schemeClr val="lt1"/>
                </a:solidFill>
              </a:defRPr>
            </a:lvl3pPr>
            <a:lvl4pPr lvl="3" algn="ctr">
              <a:lnSpc>
                <a:spcPct val="100000"/>
              </a:lnSpc>
              <a:spcBef>
                <a:spcPts val="0"/>
              </a:spcBef>
              <a:spcAft>
                <a:spcPts val="0"/>
              </a:spcAft>
              <a:buClr>
                <a:schemeClr val="lt1"/>
              </a:buClr>
              <a:buSzPts val="2800"/>
              <a:buNone/>
              <a:defRPr sz="3733">
                <a:solidFill>
                  <a:schemeClr val="lt1"/>
                </a:solidFill>
              </a:defRPr>
            </a:lvl4pPr>
            <a:lvl5pPr lvl="4" algn="ctr">
              <a:lnSpc>
                <a:spcPct val="100000"/>
              </a:lnSpc>
              <a:spcBef>
                <a:spcPts val="0"/>
              </a:spcBef>
              <a:spcAft>
                <a:spcPts val="0"/>
              </a:spcAft>
              <a:buClr>
                <a:schemeClr val="lt1"/>
              </a:buClr>
              <a:buSzPts val="2800"/>
              <a:buNone/>
              <a:defRPr sz="3733">
                <a:solidFill>
                  <a:schemeClr val="lt1"/>
                </a:solidFill>
              </a:defRPr>
            </a:lvl5pPr>
            <a:lvl6pPr lvl="5" algn="ctr">
              <a:lnSpc>
                <a:spcPct val="100000"/>
              </a:lnSpc>
              <a:spcBef>
                <a:spcPts val="0"/>
              </a:spcBef>
              <a:spcAft>
                <a:spcPts val="0"/>
              </a:spcAft>
              <a:buClr>
                <a:schemeClr val="lt1"/>
              </a:buClr>
              <a:buSzPts val="2800"/>
              <a:buNone/>
              <a:defRPr sz="3733">
                <a:solidFill>
                  <a:schemeClr val="lt1"/>
                </a:solidFill>
              </a:defRPr>
            </a:lvl6pPr>
            <a:lvl7pPr lvl="6" algn="ctr">
              <a:lnSpc>
                <a:spcPct val="100000"/>
              </a:lnSpc>
              <a:spcBef>
                <a:spcPts val="0"/>
              </a:spcBef>
              <a:spcAft>
                <a:spcPts val="0"/>
              </a:spcAft>
              <a:buClr>
                <a:schemeClr val="lt1"/>
              </a:buClr>
              <a:buSzPts val="2800"/>
              <a:buNone/>
              <a:defRPr sz="3733">
                <a:solidFill>
                  <a:schemeClr val="lt1"/>
                </a:solidFill>
              </a:defRPr>
            </a:lvl7pPr>
            <a:lvl8pPr lvl="7" algn="ctr">
              <a:lnSpc>
                <a:spcPct val="100000"/>
              </a:lnSpc>
              <a:spcBef>
                <a:spcPts val="0"/>
              </a:spcBef>
              <a:spcAft>
                <a:spcPts val="0"/>
              </a:spcAft>
              <a:buClr>
                <a:schemeClr val="lt1"/>
              </a:buClr>
              <a:buSzPts val="2800"/>
              <a:buNone/>
              <a:defRPr sz="3733">
                <a:solidFill>
                  <a:schemeClr val="lt1"/>
                </a:solidFill>
              </a:defRPr>
            </a:lvl8pPr>
            <a:lvl9pPr lvl="8" algn="ctr">
              <a:lnSpc>
                <a:spcPct val="100000"/>
              </a:lnSpc>
              <a:spcBef>
                <a:spcPts val="0"/>
              </a:spcBef>
              <a:spcAft>
                <a:spcPts val="0"/>
              </a:spcAft>
              <a:buClr>
                <a:schemeClr val="lt1"/>
              </a:buClr>
              <a:buSzPts val="2800"/>
              <a:buNone/>
              <a:defRPr sz="3733">
                <a:solidFill>
                  <a:schemeClr val="lt1"/>
                </a:solidFill>
              </a:defRPr>
            </a:lvl9pPr>
          </a:lstStyle>
          <a:p/>
        </p:txBody>
      </p:sp>
      <p:sp>
        <p:nvSpPr>
          <p:cNvPr id="17" name="Google Shape;17;p10"/>
          <p:cNvSpPr txBox="1"/>
          <p:nvPr/>
        </p:nvSpPr>
        <p:spPr>
          <a:xfrm>
            <a:off x="7621082" y="238043"/>
            <a:ext cx="4148337" cy="410369"/>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r>
              <a:rPr b="0" i="0" lang="en" sz="1867" u="none" cap="none" strike="noStrike">
                <a:solidFill>
                  <a:schemeClr val="lt1"/>
                </a:solidFill>
                <a:latin typeface="Arial"/>
                <a:ea typeface="Arial"/>
                <a:cs typeface="Arial"/>
                <a:sym typeface="Arial"/>
              </a:rPr>
              <a:t>#KubeCon #CloudNativeCon</a:t>
            </a:r>
            <a:endParaRPr b="0" i="0" sz="1867" u="none" cap="none" strike="noStrike">
              <a:solidFill>
                <a:schemeClr val="lt1"/>
              </a:solidFill>
              <a:latin typeface="Arial"/>
              <a:ea typeface="Arial"/>
              <a:cs typeface="Arial"/>
              <a:sym typeface="Arial"/>
            </a:endParaRPr>
          </a:p>
        </p:txBody>
      </p:sp>
      <p:pic>
        <p:nvPicPr>
          <p:cNvPr id="18" name="Google Shape;18;p10"/>
          <p:cNvPicPr preferRelativeResize="0"/>
          <p:nvPr/>
        </p:nvPicPr>
        <p:blipFill rotWithShape="1">
          <a:blip r:embed="rId3">
            <a:alphaModFix/>
          </a:blip>
          <a:srcRect b="0" l="0" r="0" t="0"/>
          <a:stretch/>
        </p:blipFill>
        <p:spPr>
          <a:xfrm>
            <a:off x="414952" y="242009"/>
            <a:ext cx="2750400" cy="1155965"/>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2"/>
        </a:solidFill>
      </p:bgPr>
    </p:bg>
    <p:spTree>
      <p:nvGrpSpPr>
        <p:cNvPr id="19" name="Shape 19"/>
        <p:cNvGrpSpPr/>
        <p:nvPr/>
      </p:nvGrpSpPr>
      <p:grpSpPr>
        <a:xfrm>
          <a:off x="0" y="0"/>
          <a:ext cx="0" cy="0"/>
          <a:chOff x="0" y="0"/>
          <a:chExt cx="0" cy="0"/>
        </a:xfrm>
      </p:grpSpPr>
      <p:pic>
        <p:nvPicPr>
          <p:cNvPr id="20" name="Google Shape;20;p11"/>
          <p:cNvPicPr preferRelativeResize="0"/>
          <p:nvPr/>
        </p:nvPicPr>
        <p:blipFill rotWithShape="1">
          <a:blip r:embed="rId2">
            <a:alphaModFix/>
          </a:blip>
          <a:srcRect b="0" l="0" r="15741" t="0"/>
          <a:stretch/>
        </p:blipFill>
        <p:spPr>
          <a:xfrm>
            <a:off x="0" y="3002844"/>
            <a:ext cx="12191999" cy="3855156"/>
          </a:xfrm>
          <a:prstGeom prst="rect">
            <a:avLst/>
          </a:prstGeom>
          <a:noFill/>
          <a:ln>
            <a:noFill/>
          </a:ln>
        </p:spPr>
      </p:pic>
      <p:grpSp>
        <p:nvGrpSpPr>
          <p:cNvPr id="21" name="Google Shape;21;p11"/>
          <p:cNvGrpSpPr/>
          <p:nvPr/>
        </p:nvGrpSpPr>
        <p:grpSpPr>
          <a:xfrm>
            <a:off x="237067" y="1704621"/>
            <a:ext cx="11954932" cy="3036712"/>
            <a:chOff x="177800" y="1278466"/>
            <a:chExt cx="8966200" cy="2277534"/>
          </a:xfrm>
        </p:grpSpPr>
        <p:sp>
          <p:nvSpPr>
            <p:cNvPr id="22" name="Google Shape;22;p11"/>
            <p:cNvSpPr/>
            <p:nvPr/>
          </p:nvSpPr>
          <p:spPr>
            <a:xfrm>
              <a:off x="177800" y="1701800"/>
              <a:ext cx="8966200" cy="1363133"/>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67" u="none" cap="none" strike="noStrike">
                <a:solidFill>
                  <a:schemeClr val="lt1"/>
                </a:solidFill>
                <a:latin typeface="Arial"/>
                <a:ea typeface="Arial"/>
                <a:cs typeface="Arial"/>
                <a:sym typeface="Arial"/>
              </a:endParaRPr>
            </a:p>
          </p:txBody>
        </p:sp>
        <p:sp>
          <p:nvSpPr>
            <p:cNvPr id="23" name="Google Shape;23;p11"/>
            <p:cNvSpPr/>
            <p:nvPr/>
          </p:nvSpPr>
          <p:spPr>
            <a:xfrm>
              <a:off x="6045200" y="1278466"/>
              <a:ext cx="2404533" cy="1978491"/>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67" u="none" cap="none" strike="noStrike">
                <a:solidFill>
                  <a:schemeClr val="lt1"/>
                </a:solidFill>
                <a:latin typeface="Arial"/>
                <a:ea typeface="Arial"/>
                <a:cs typeface="Arial"/>
                <a:sym typeface="Arial"/>
              </a:endParaRPr>
            </a:p>
          </p:txBody>
        </p:sp>
        <p:sp>
          <p:nvSpPr>
            <p:cNvPr id="24" name="Google Shape;24;p11"/>
            <p:cNvSpPr/>
            <p:nvPr/>
          </p:nvSpPr>
          <p:spPr>
            <a:xfrm>
              <a:off x="1642534" y="1278466"/>
              <a:ext cx="2404533" cy="2277534"/>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67" u="none" cap="none" strike="noStrike">
                <a:solidFill>
                  <a:schemeClr val="lt1"/>
                </a:solidFill>
                <a:latin typeface="Arial"/>
                <a:ea typeface="Arial"/>
                <a:cs typeface="Arial"/>
                <a:sym typeface="Arial"/>
              </a:endParaRPr>
            </a:p>
          </p:txBody>
        </p:sp>
      </p:grpSp>
      <p:sp>
        <p:nvSpPr>
          <p:cNvPr id="25" name="Google Shape;25;p11"/>
          <p:cNvSpPr txBox="1"/>
          <p:nvPr>
            <p:ph type="title"/>
          </p:nvPr>
        </p:nvSpPr>
        <p:spPr>
          <a:xfrm>
            <a:off x="415600" y="2587384"/>
            <a:ext cx="11360799" cy="1122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3600"/>
              <a:buNone/>
              <a:defRPr sz="4800">
                <a:solidFill>
                  <a:schemeClr val="lt1"/>
                </a:solidFill>
              </a:defRPr>
            </a:lvl1pPr>
            <a:lvl2pPr lvl="1" algn="ctr">
              <a:lnSpc>
                <a:spcPct val="100000"/>
              </a:lnSpc>
              <a:spcBef>
                <a:spcPts val="0"/>
              </a:spcBef>
              <a:spcAft>
                <a:spcPts val="0"/>
              </a:spcAft>
              <a:buClr>
                <a:schemeClr val="lt1"/>
              </a:buClr>
              <a:buSzPts val="3600"/>
              <a:buNone/>
              <a:defRPr sz="4800">
                <a:solidFill>
                  <a:schemeClr val="lt1"/>
                </a:solidFill>
              </a:defRPr>
            </a:lvl2pPr>
            <a:lvl3pPr lvl="2" algn="ctr">
              <a:lnSpc>
                <a:spcPct val="100000"/>
              </a:lnSpc>
              <a:spcBef>
                <a:spcPts val="0"/>
              </a:spcBef>
              <a:spcAft>
                <a:spcPts val="0"/>
              </a:spcAft>
              <a:buClr>
                <a:schemeClr val="lt1"/>
              </a:buClr>
              <a:buSzPts val="3600"/>
              <a:buNone/>
              <a:defRPr sz="4800">
                <a:solidFill>
                  <a:schemeClr val="lt1"/>
                </a:solidFill>
              </a:defRPr>
            </a:lvl3pPr>
            <a:lvl4pPr lvl="3" algn="ctr">
              <a:lnSpc>
                <a:spcPct val="100000"/>
              </a:lnSpc>
              <a:spcBef>
                <a:spcPts val="0"/>
              </a:spcBef>
              <a:spcAft>
                <a:spcPts val="0"/>
              </a:spcAft>
              <a:buClr>
                <a:schemeClr val="lt1"/>
              </a:buClr>
              <a:buSzPts val="3600"/>
              <a:buNone/>
              <a:defRPr sz="4800">
                <a:solidFill>
                  <a:schemeClr val="lt1"/>
                </a:solidFill>
              </a:defRPr>
            </a:lvl4pPr>
            <a:lvl5pPr lvl="4" algn="ctr">
              <a:lnSpc>
                <a:spcPct val="100000"/>
              </a:lnSpc>
              <a:spcBef>
                <a:spcPts val="0"/>
              </a:spcBef>
              <a:spcAft>
                <a:spcPts val="0"/>
              </a:spcAft>
              <a:buClr>
                <a:schemeClr val="lt1"/>
              </a:buClr>
              <a:buSzPts val="3600"/>
              <a:buNone/>
              <a:defRPr sz="4800">
                <a:solidFill>
                  <a:schemeClr val="lt1"/>
                </a:solidFill>
              </a:defRPr>
            </a:lvl5pPr>
            <a:lvl6pPr lvl="5" algn="ctr">
              <a:lnSpc>
                <a:spcPct val="100000"/>
              </a:lnSpc>
              <a:spcBef>
                <a:spcPts val="0"/>
              </a:spcBef>
              <a:spcAft>
                <a:spcPts val="0"/>
              </a:spcAft>
              <a:buClr>
                <a:schemeClr val="lt1"/>
              </a:buClr>
              <a:buSzPts val="3600"/>
              <a:buNone/>
              <a:defRPr sz="4800">
                <a:solidFill>
                  <a:schemeClr val="lt1"/>
                </a:solidFill>
              </a:defRPr>
            </a:lvl6pPr>
            <a:lvl7pPr lvl="6" algn="ctr">
              <a:lnSpc>
                <a:spcPct val="100000"/>
              </a:lnSpc>
              <a:spcBef>
                <a:spcPts val="0"/>
              </a:spcBef>
              <a:spcAft>
                <a:spcPts val="0"/>
              </a:spcAft>
              <a:buClr>
                <a:schemeClr val="lt1"/>
              </a:buClr>
              <a:buSzPts val="3600"/>
              <a:buNone/>
              <a:defRPr sz="4800">
                <a:solidFill>
                  <a:schemeClr val="lt1"/>
                </a:solidFill>
              </a:defRPr>
            </a:lvl7pPr>
            <a:lvl8pPr lvl="7" algn="ctr">
              <a:lnSpc>
                <a:spcPct val="100000"/>
              </a:lnSpc>
              <a:spcBef>
                <a:spcPts val="0"/>
              </a:spcBef>
              <a:spcAft>
                <a:spcPts val="0"/>
              </a:spcAft>
              <a:buClr>
                <a:schemeClr val="lt1"/>
              </a:buClr>
              <a:buSzPts val="3600"/>
              <a:buNone/>
              <a:defRPr sz="4800">
                <a:solidFill>
                  <a:schemeClr val="lt1"/>
                </a:solidFill>
              </a:defRPr>
            </a:lvl8pPr>
            <a:lvl9pPr lvl="8" algn="ctr">
              <a:lnSpc>
                <a:spcPct val="100000"/>
              </a:lnSpc>
              <a:spcBef>
                <a:spcPts val="0"/>
              </a:spcBef>
              <a:spcAft>
                <a:spcPts val="0"/>
              </a:spcAft>
              <a:buClr>
                <a:schemeClr val="lt1"/>
              </a:buClr>
              <a:buSzPts val="3600"/>
              <a:buNone/>
              <a:defRPr sz="4800">
                <a:solidFill>
                  <a:schemeClr val="lt1"/>
                </a:solidFill>
              </a:defRPr>
            </a:lvl9pPr>
          </a:lstStyle>
          <a:p/>
        </p:txBody>
      </p:sp>
      <p:pic>
        <p:nvPicPr>
          <p:cNvPr id="26" name="Google Shape;26;p11"/>
          <p:cNvPicPr preferRelativeResize="0"/>
          <p:nvPr/>
        </p:nvPicPr>
        <p:blipFill rotWithShape="1">
          <a:blip r:embed="rId3">
            <a:alphaModFix/>
          </a:blip>
          <a:srcRect b="0" l="0" r="0" t="0"/>
          <a:stretch/>
        </p:blipFill>
        <p:spPr>
          <a:xfrm>
            <a:off x="414952" y="242009"/>
            <a:ext cx="2750400" cy="1155965"/>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1_Section header">
    <p:bg>
      <p:bgPr>
        <a:solidFill>
          <a:schemeClr val="lt2"/>
        </a:solidFill>
      </p:bgPr>
    </p:bg>
    <p:spTree>
      <p:nvGrpSpPr>
        <p:cNvPr id="27" name="Shape 27"/>
        <p:cNvGrpSpPr/>
        <p:nvPr/>
      </p:nvGrpSpPr>
      <p:grpSpPr>
        <a:xfrm>
          <a:off x="0" y="0"/>
          <a:ext cx="0" cy="0"/>
          <a:chOff x="0" y="0"/>
          <a:chExt cx="0" cy="0"/>
        </a:xfrm>
      </p:grpSpPr>
      <p:grpSp>
        <p:nvGrpSpPr>
          <p:cNvPr id="28" name="Google Shape;28;p12"/>
          <p:cNvGrpSpPr/>
          <p:nvPr/>
        </p:nvGrpSpPr>
        <p:grpSpPr>
          <a:xfrm>
            <a:off x="0" y="5967816"/>
            <a:ext cx="12191999" cy="890184"/>
            <a:chOff x="2374014" y="4484308"/>
            <a:chExt cx="9028304" cy="659191"/>
          </a:xfrm>
        </p:grpSpPr>
        <p:pic>
          <p:nvPicPr>
            <p:cNvPr id="29" name="Google Shape;29;p12"/>
            <p:cNvPicPr preferRelativeResize="0"/>
            <p:nvPr/>
          </p:nvPicPr>
          <p:blipFill rotWithShape="1">
            <a:blip r:embed="rId2">
              <a:alphaModFix/>
            </a:blip>
            <a:srcRect b="0" l="0" r="0" t="0"/>
            <a:stretch/>
          </p:blipFill>
          <p:spPr>
            <a:xfrm>
              <a:off x="6817945" y="4484308"/>
              <a:ext cx="4584373" cy="659191"/>
            </a:xfrm>
            <a:prstGeom prst="rect">
              <a:avLst/>
            </a:prstGeom>
            <a:noFill/>
            <a:ln>
              <a:noFill/>
            </a:ln>
          </p:spPr>
        </p:pic>
        <p:pic>
          <p:nvPicPr>
            <p:cNvPr id="30" name="Google Shape;30;p12"/>
            <p:cNvPicPr preferRelativeResize="0"/>
            <p:nvPr/>
          </p:nvPicPr>
          <p:blipFill rotWithShape="1">
            <a:blip r:embed="rId2">
              <a:alphaModFix/>
            </a:blip>
            <a:srcRect b="0" l="0" r="0" t="0"/>
            <a:stretch/>
          </p:blipFill>
          <p:spPr>
            <a:xfrm>
              <a:off x="2374014" y="4484308"/>
              <a:ext cx="4584373" cy="659191"/>
            </a:xfrm>
            <a:prstGeom prst="rect">
              <a:avLst/>
            </a:prstGeom>
            <a:noFill/>
            <a:ln>
              <a:noFill/>
            </a:ln>
          </p:spPr>
        </p:pic>
      </p:grpSp>
      <p:pic>
        <p:nvPicPr>
          <p:cNvPr id="31" name="Google Shape;31;p12"/>
          <p:cNvPicPr preferRelativeResize="0"/>
          <p:nvPr/>
        </p:nvPicPr>
        <p:blipFill rotWithShape="1">
          <a:blip r:embed="rId3">
            <a:alphaModFix/>
          </a:blip>
          <a:srcRect b="0" l="0" r="0" t="0"/>
          <a:stretch/>
        </p:blipFill>
        <p:spPr>
          <a:xfrm>
            <a:off x="8322298" y="821267"/>
            <a:ext cx="3869701" cy="6036733"/>
          </a:xfrm>
          <a:prstGeom prst="rect">
            <a:avLst/>
          </a:prstGeom>
          <a:noFill/>
          <a:ln>
            <a:noFill/>
          </a:ln>
        </p:spPr>
      </p:pic>
      <p:pic>
        <p:nvPicPr>
          <p:cNvPr id="32" name="Google Shape;32;p12"/>
          <p:cNvPicPr preferRelativeResize="0"/>
          <p:nvPr/>
        </p:nvPicPr>
        <p:blipFill rotWithShape="1">
          <a:blip r:embed="rId4">
            <a:alphaModFix/>
          </a:blip>
          <a:srcRect b="23715" l="12113" r="0" t="0"/>
          <a:stretch/>
        </p:blipFill>
        <p:spPr>
          <a:xfrm>
            <a:off x="-1" y="5566241"/>
            <a:ext cx="3661025" cy="1291759"/>
          </a:xfrm>
          <a:prstGeom prst="rect">
            <a:avLst/>
          </a:prstGeom>
          <a:noFill/>
          <a:ln>
            <a:noFill/>
          </a:ln>
        </p:spPr>
      </p:pic>
      <p:pic>
        <p:nvPicPr>
          <p:cNvPr id="33" name="Google Shape;33;p12"/>
          <p:cNvPicPr preferRelativeResize="0"/>
          <p:nvPr/>
        </p:nvPicPr>
        <p:blipFill rotWithShape="1">
          <a:blip r:embed="rId5">
            <a:alphaModFix/>
          </a:blip>
          <a:srcRect b="1" l="0" r="0" t="6472"/>
          <a:stretch/>
        </p:blipFill>
        <p:spPr>
          <a:xfrm>
            <a:off x="6633349" y="0"/>
            <a:ext cx="2595841" cy="1101403"/>
          </a:xfrm>
          <a:prstGeom prst="rect">
            <a:avLst/>
          </a:prstGeom>
          <a:noFill/>
          <a:ln>
            <a:noFill/>
          </a:ln>
        </p:spPr>
      </p:pic>
      <p:sp>
        <p:nvSpPr>
          <p:cNvPr id="34" name="Google Shape;34;p12"/>
          <p:cNvSpPr txBox="1"/>
          <p:nvPr>
            <p:ph type="title"/>
          </p:nvPr>
        </p:nvSpPr>
        <p:spPr>
          <a:xfrm>
            <a:off x="415600" y="2587384"/>
            <a:ext cx="11360799" cy="1122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3600"/>
              <a:buNone/>
              <a:defRPr sz="4800">
                <a:solidFill>
                  <a:schemeClr val="lt1"/>
                </a:solidFill>
              </a:defRPr>
            </a:lvl1pPr>
            <a:lvl2pPr lvl="1" algn="ctr">
              <a:lnSpc>
                <a:spcPct val="100000"/>
              </a:lnSpc>
              <a:spcBef>
                <a:spcPts val="0"/>
              </a:spcBef>
              <a:spcAft>
                <a:spcPts val="0"/>
              </a:spcAft>
              <a:buClr>
                <a:schemeClr val="lt1"/>
              </a:buClr>
              <a:buSzPts val="3600"/>
              <a:buNone/>
              <a:defRPr sz="4800">
                <a:solidFill>
                  <a:schemeClr val="lt1"/>
                </a:solidFill>
              </a:defRPr>
            </a:lvl2pPr>
            <a:lvl3pPr lvl="2" algn="ctr">
              <a:lnSpc>
                <a:spcPct val="100000"/>
              </a:lnSpc>
              <a:spcBef>
                <a:spcPts val="0"/>
              </a:spcBef>
              <a:spcAft>
                <a:spcPts val="0"/>
              </a:spcAft>
              <a:buClr>
                <a:schemeClr val="lt1"/>
              </a:buClr>
              <a:buSzPts val="3600"/>
              <a:buNone/>
              <a:defRPr sz="4800">
                <a:solidFill>
                  <a:schemeClr val="lt1"/>
                </a:solidFill>
              </a:defRPr>
            </a:lvl3pPr>
            <a:lvl4pPr lvl="3" algn="ctr">
              <a:lnSpc>
                <a:spcPct val="100000"/>
              </a:lnSpc>
              <a:spcBef>
                <a:spcPts val="0"/>
              </a:spcBef>
              <a:spcAft>
                <a:spcPts val="0"/>
              </a:spcAft>
              <a:buClr>
                <a:schemeClr val="lt1"/>
              </a:buClr>
              <a:buSzPts val="3600"/>
              <a:buNone/>
              <a:defRPr sz="4800">
                <a:solidFill>
                  <a:schemeClr val="lt1"/>
                </a:solidFill>
              </a:defRPr>
            </a:lvl4pPr>
            <a:lvl5pPr lvl="4" algn="ctr">
              <a:lnSpc>
                <a:spcPct val="100000"/>
              </a:lnSpc>
              <a:spcBef>
                <a:spcPts val="0"/>
              </a:spcBef>
              <a:spcAft>
                <a:spcPts val="0"/>
              </a:spcAft>
              <a:buClr>
                <a:schemeClr val="lt1"/>
              </a:buClr>
              <a:buSzPts val="3600"/>
              <a:buNone/>
              <a:defRPr sz="4800">
                <a:solidFill>
                  <a:schemeClr val="lt1"/>
                </a:solidFill>
              </a:defRPr>
            </a:lvl5pPr>
            <a:lvl6pPr lvl="5" algn="ctr">
              <a:lnSpc>
                <a:spcPct val="100000"/>
              </a:lnSpc>
              <a:spcBef>
                <a:spcPts val="0"/>
              </a:spcBef>
              <a:spcAft>
                <a:spcPts val="0"/>
              </a:spcAft>
              <a:buClr>
                <a:schemeClr val="lt1"/>
              </a:buClr>
              <a:buSzPts val="3600"/>
              <a:buNone/>
              <a:defRPr sz="4800">
                <a:solidFill>
                  <a:schemeClr val="lt1"/>
                </a:solidFill>
              </a:defRPr>
            </a:lvl6pPr>
            <a:lvl7pPr lvl="6" algn="ctr">
              <a:lnSpc>
                <a:spcPct val="100000"/>
              </a:lnSpc>
              <a:spcBef>
                <a:spcPts val="0"/>
              </a:spcBef>
              <a:spcAft>
                <a:spcPts val="0"/>
              </a:spcAft>
              <a:buClr>
                <a:schemeClr val="lt1"/>
              </a:buClr>
              <a:buSzPts val="3600"/>
              <a:buNone/>
              <a:defRPr sz="4800">
                <a:solidFill>
                  <a:schemeClr val="lt1"/>
                </a:solidFill>
              </a:defRPr>
            </a:lvl7pPr>
            <a:lvl8pPr lvl="7" algn="ctr">
              <a:lnSpc>
                <a:spcPct val="100000"/>
              </a:lnSpc>
              <a:spcBef>
                <a:spcPts val="0"/>
              </a:spcBef>
              <a:spcAft>
                <a:spcPts val="0"/>
              </a:spcAft>
              <a:buClr>
                <a:schemeClr val="lt1"/>
              </a:buClr>
              <a:buSzPts val="3600"/>
              <a:buNone/>
              <a:defRPr sz="4800">
                <a:solidFill>
                  <a:schemeClr val="lt1"/>
                </a:solidFill>
              </a:defRPr>
            </a:lvl8pPr>
            <a:lvl9pPr lvl="8" algn="ctr">
              <a:lnSpc>
                <a:spcPct val="100000"/>
              </a:lnSpc>
              <a:spcBef>
                <a:spcPts val="0"/>
              </a:spcBef>
              <a:spcAft>
                <a:spcPts val="0"/>
              </a:spcAft>
              <a:buClr>
                <a:schemeClr val="lt1"/>
              </a:buClr>
              <a:buSzPts val="3600"/>
              <a:buNone/>
              <a:defRPr sz="4800">
                <a:solidFill>
                  <a:schemeClr val="lt1"/>
                </a:solidFill>
              </a:defRPr>
            </a:lvl9pPr>
          </a:lstStyle>
          <a:p/>
        </p:txBody>
      </p:sp>
      <p:pic>
        <p:nvPicPr>
          <p:cNvPr id="35" name="Google Shape;35;p12"/>
          <p:cNvPicPr preferRelativeResize="0"/>
          <p:nvPr/>
        </p:nvPicPr>
        <p:blipFill rotWithShape="1">
          <a:blip r:embed="rId6">
            <a:alphaModFix/>
          </a:blip>
          <a:srcRect b="0" l="0" r="0" t="0"/>
          <a:stretch/>
        </p:blipFill>
        <p:spPr>
          <a:xfrm>
            <a:off x="414952" y="242009"/>
            <a:ext cx="2750400" cy="115596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1_Section header 2">
    <p:bg>
      <p:bgPr>
        <a:solidFill>
          <a:schemeClr val="lt2"/>
        </a:solidFill>
      </p:bgPr>
    </p:bg>
    <p:spTree>
      <p:nvGrpSpPr>
        <p:cNvPr id="36" name="Shape 36"/>
        <p:cNvGrpSpPr/>
        <p:nvPr/>
      </p:nvGrpSpPr>
      <p:grpSpPr>
        <a:xfrm>
          <a:off x="0" y="0"/>
          <a:ext cx="0" cy="0"/>
          <a:chOff x="0" y="0"/>
          <a:chExt cx="0" cy="0"/>
        </a:xfrm>
      </p:grpSpPr>
      <p:grpSp>
        <p:nvGrpSpPr>
          <p:cNvPr id="37" name="Google Shape;37;p13"/>
          <p:cNvGrpSpPr/>
          <p:nvPr/>
        </p:nvGrpSpPr>
        <p:grpSpPr>
          <a:xfrm>
            <a:off x="0" y="5967816"/>
            <a:ext cx="12191999" cy="890184"/>
            <a:chOff x="2374014" y="4484308"/>
            <a:chExt cx="9028304" cy="659191"/>
          </a:xfrm>
        </p:grpSpPr>
        <p:pic>
          <p:nvPicPr>
            <p:cNvPr id="38" name="Google Shape;38;p13"/>
            <p:cNvPicPr preferRelativeResize="0"/>
            <p:nvPr/>
          </p:nvPicPr>
          <p:blipFill rotWithShape="1">
            <a:blip r:embed="rId2">
              <a:alphaModFix/>
            </a:blip>
            <a:srcRect b="0" l="0" r="0" t="0"/>
            <a:stretch/>
          </p:blipFill>
          <p:spPr>
            <a:xfrm>
              <a:off x="6817945" y="4484308"/>
              <a:ext cx="4584373" cy="659191"/>
            </a:xfrm>
            <a:prstGeom prst="rect">
              <a:avLst/>
            </a:prstGeom>
            <a:noFill/>
            <a:ln>
              <a:noFill/>
            </a:ln>
          </p:spPr>
        </p:pic>
        <p:pic>
          <p:nvPicPr>
            <p:cNvPr id="39" name="Google Shape;39;p13"/>
            <p:cNvPicPr preferRelativeResize="0"/>
            <p:nvPr/>
          </p:nvPicPr>
          <p:blipFill rotWithShape="1">
            <a:blip r:embed="rId2">
              <a:alphaModFix/>
            </a:blip>
            <a:srcRect b="0" l="0" r="0" t="0"/>
            <a:stretch/>
          </p:blipFill>
          <p:spPr>
            <a:xfrm>
              <a:off x="2374014" y="4484308"/>
              <a:ext cx="4584373" cy="659191"/>
            </a:xfrm>
            <a:prstGeom prst="rect">
              <a:avLst/>
            </a:prstGeom>
            <a:noFill/>
            <a:ln>
              <a:noFill/>
            </a:ln>
          </p:spPr>
        </p:pic>
      </p:grpSp>
      <p:pic>
        <p:nvPicPr>
          <p:cNvPr id="40" name="Google Shape;40;p13"/>
          <p:cNvPicPr preferRelativeResize="0"/>
          <p:nvPr/>
        </p:nvPicPr>
        <p:blipFill rotWithShape="1">
          <a:blip r:embed="rId3">
            <a:alphaModFix/>
          </a:blip>
          <a:srcRect b="0" l="0" r="0" t="0"/>
          <a:stretch/>
        </p:blipFill>
        <p:spPr>
          <a:xfrm>
            <a:off x="8322298" y="821267"/>
            <a:ext cx="3869701" cy="6036733"/>
          </a:xfrm>
          <a:prstGeom prst="rect">
            <a:avLst/>
          </a:prstGeom>
          <a:noFill/>
          <a:ln>
            <a:noFill/>
          </a:ln>
        </p:spPr>
      </p:pic>
      <p:sp>
        <p:nvSpPr>
          <p:cNvPr id="41" name="Google Shape;41;p13"/>
          <p:cNvSpPr txBox="1"/>
          <p:nvPr>
            <p:ph type="ctrTitle"/>
          </p:nvPr>
        </p:nvSpPr>
        <p:spPr>
          <a:xfrm>
            <a:off x="531069" y="1831156"/>
            <a:ext cx="10680267" cy="2699251"/>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4800"/>
              <a:buNone/>
              <a:defRPr sz="6400">
                <a:solidFill>
                  <a:schemeClr val="lt1"/>
                </a:solidFill>
              </a:defRPr>
            </a:lvl1pPr>
            <a:lvl2pPr lvl="1" algn="ctr">
              <a:lnSpc>
                <a:spcPct val="100000"/>
              </a:lnSpc>
              <a:spcBef>
                <a:spcPts val="0"/>
              </a:spcBef>
              <a:spcAft>
                <a:spcPts val="0"/>
              </a:spcAft>
              <a:buClr>
                <a:schemeClr val="lt1"/>
              </a:buClr>
              <a:buSzPts val="4800"/>
              <a:buNone/>
              <a:defRPr sz="6400">
                <a:solidFill>
                  <a:schemeClr val="lt1"/>
                </a:solidFill>
              </a:defRPr>
            </a:lvl2pPr>
            <a:lvl3pPr lvl="2" algn="ctr">
              <a:lnSpc>
                <a:spcPct val="100000"/>
              </a:lnSpc>
              <a:spcBef>
                <a:spcPts val="0"/>
              </a:spcBef>
              <a:spcAft>
                <a:spcPts val="0"/>
              </a:spcAft>
              <a:buClr>
                <a:schemeClr val="lt1"/>
              </a:buClr>
              <a:buSzPts val="4800"/>
              <a:buNone/>
              <a:defRPr sz="6400">
                <a:solidFill>
                  <a:schemeClr val="lt1"/>
                </a:solidFill>
              </a:defRPr>
            </a:lvl3pPr>
            <a:lvl4pPr lvl="3" algn="ctr">
              <a:lnSpc>
                <a:spcPct val="100000"/>
              </a:lnSpc>
              <a:spcBef>
                <a:spcPts val="0"/>
              </a:spcBef>
              <a:spcAft>
                <a:spcPts val="0"/>
              </a:spcAft>
              <a:buClr>
                <a:schemeClr val="lt1"/>
              </a:buClr>
              <a:buSzPts val="4800"/>
              <a:buNone/>
              <a:defRPr sz="6400">
                <a:solidFill>
                  <a:schemeClr val="lt1"/>
                </a:solidFill>
              </a:defRPr>
            </a:lvl4pPr>
            <a:lvl5pPr lvl="4" algn="ctr">
              <a:lnSpc>
                <a:spcPct val="100000"/>
              </a:lnSpc>
              <a:spcBef>
                <a:spcPts val="0"/>
              </a:spcBef>
              <a:spcAft>
                <a:spcPts val="0"/>
              </a:spcAft>
              <a:buClr>
                <a:schemeClr val="lt1"/>
              </a:buClr>
              <a:buSzPts val="4800"/>
              <a:buNone/>
              <a:defRPr sz="6400">
                <a:solidFill>
                  <a:schemeClr val="lt1"/>
                </a:solidFill>
              </a:defRPr>
            </a:lvl5pPr>
            <a:lvl6pPr lvl="5" algn="ctr">
              <a:lnSpc>
                <a:spcPct val="100000"/>
              </a:lnSpc>
              <a:spcBef>
                <a:spcPts val="0"/>
              </a:spcBef>
              <a:spcAft>
                <a:spcPts val="0"/>
              </a:spcAft>
              <a:buClr>
                <a:schemeClr val="lt1"/>
              </a:buClr>
              <a:buSzPts val="4800"/>
              <a:buNone/>
              <a:defRPr sz="6400">
                <a:solidFill>
                  <a:schemeClr val="lt1"/>
                </a:solidFill>
              </a:defRPr>
            </a:lvl6pPr>
            <a:lvl7pPr lvl="6" algn="ctr">
              <a:lnSpc>
                <a:spcPct val="100000"/>
              </a:lnSpc>
              <a:spcBef>
                <a:spcPts val="0"/>
              </a:spcBef>
              <a:spcAft>
                <a:spcPts val="0"/>
              </a:spcAft>
              <a:buClr>
                <a:schemeClr val="lt1"/>
              </a:buClr>
              <a:buSzPts val="4800"/>
              <a:buNone/>
              <a:defRPr sz="6400">
                <a:solidFill>
                  <a:schemeClr val="lt1"/>
                </a:solidFill>
              </a:defRPr>
            </a:lvl7pPr>
            <a:lvl8pPr lvl="7" algn="ctr">
              <a:lnSpc>
                <a:spcPct val="100000"/>
              </a:lnSpc>
              <a:spcBef>
                <a:spcPts val="0"/>
              </a:spcBef>
              <a:spcAft>
                <a:spcPts val="0"/>
              </a:spcAft>
              <a:buClr>
                <a:schemeClr val="lt1"/>
              </a:buClr>
              <a:buSzPts val="4800"/>
              <a:buNone/>
              <a:defRPr sz="6400">
                <a:solidFill>
                  <a:schemeClr val="lt1"/>
                </a:solidFill>
              </a:defRPr>
            </a:lvl8pPr>
            <a:lvl9pPr lvl="8" algn="ctr">
              <a:lnSpc>
                <a:spcPct val="100000"/>
              </a:lnSpc>
              <a:spcBef>
                <a:spcPts val="0"/>
              </a:spcBef>
              <a:spcAft>
                <a:spcPts val="0"/>
              </a:spcAft>
              <a:buClr>
                <a:schemeClr val="lt1"/>
              </a:buClr>
              <a:buSzPts val="4800"/>
              <a:buNone/>
              <a:defRPr sz="6400">
                <a:solidFill>
                  <a:schemeClr val="lt1"/>
                </a:solidFill>
              </a:defRPr>
            </a:lvl9pPr>
          </a:lstStyle>
          <a:p/>
        </p:txBody>
      </p:sp>
      <p:sp>
        <p:nvSpPr>
          <p:cNvPr id="42" name="Google Shape;42;p13"/>
          <p:cNvSpPr txBox="1"/>
          <p:nvPr>
            <p:ph idx="1" type="subTitle"/>
          </p:nvPr>
        </p:nvSpPr>
        <p:spPr>
          <a:xfrm>
            <a:off x="531068" y="4530407"/>
            <a:ext cx="10680267" cy="893572"/>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2800"/>
              <a:buNone/>
              <a:defRPr b="1" sz="3733">
                <a:solidFill>
                  <a:schemeClr val="accent6"/>
                </a:solidFill>
              </a:defRPr>
            </a:lvl1pPr>
            <a:lvl2pPr lvl="1" algn="ctr">
              <a:lnSpc>
                <a:spcPct val="100000"/>
              </a:lnSpc>
              <a:spcBef>
                <a:spcPts val="0"/>
              </a:spcBef>
              <a:spcAft>
                <a:spcPts val="0"/>
              </a:spcAft>
              <a:buClr>
                <a:schemeClr val="lt1"/>
              </a:buClr>
              <a:buSzPts val="2800"/>
              <a:buNone/>
              <a:defRPr sz="3733">
                <a:solidFill>
                  <a:schemeClr val="lt1"/>
                </a:solidFill>
              </a:defRPr>
            </a:lvl2pPr>
            <a:lvl3pPr lvl="2" algn="ctr">
              <a:lnSpc>
                <a:spcPct val="100000"/>
              </a:lnSpc>
              <a:spcBef>
                <a:spcPts val="0"/>
              </a:spcBef>
              <a:spcAft>
                <a:spcPts val="0"/>
              </a:spcAft>
              <a:buClr>
                <a:schemeClr val="lt1"/>
              </a:buClr>
              <a:buSzPts val="2800"/>
              <a:buNone/>
              <a:defRPr sz="3733">
                <a:solidFill>
                  <a:schemeClr val="lt1"/>
                </a:solidFill>
              </a:defRPr>
            </a:lvl3pPr>
            <a:lvl4pPr lvl="3" algn="ctr">
              <a:lnSpc>
                <a:spcPct val="100000"/>
              </a:lnSpc>
              <a:spcBef>
                <a:spcPts val="0"/>
              </a:spcBef>
              <a:spcAft>
                <a:spcPts val="0"/>
              </a:spcAft>
              <a:buClr>
                <a:schemeClr val="lt1"/>
              </a:buClr>
              <a:buSzPts val="2800"/>
              <a:buNone/>
              <a:defRPr sz="3733">
                <a:solidFill>
                  <a:schemeClr val="lt1"/>
                </a:solidFill>
              </a:defRPr>
            </a:lvl4pPr>
            <a:lvl5pPr lvl="4" algn="ctr">
              <a:lnSpc>
                <a:spcPct val="100000"/>
              </a:lnSpc>
              <a:spcBef>
                <a:spcPts val="0"/>
              </a:spcBef>
              <a:spcAft>
                <a:spcPts val="0"/>
              </a:spcAft>
              <a:buClr>
                <a:schemeClr val="lt1"/>
              </a:buClr>
              <a:buSzPts val="2800"/>
              <a:buNone/>
              <a:defRPr sz="3733">
                <a:solidFill>
                  <a:schemeClr val="lt1"/>
                </a:solidFill>
              </a:defRPr>
            </a:lvl5pPr>
            <a:lvl6pPr lvl="5" algn="ctr">
              <a:lnSpc>
                <a:spcPct val="100000"/>
              </a:lnSpc>
              <a:spcBef>
                <a:spcPts val="0"/>
              </a:spcBef>
              <a:spcAft>
                <a:spcPts val="0"/>
              </a:spcAft>
              <a:buClr>
                <a:schemeClr val="lt1"/>
              </a:buClr>
              <a:buSzPts val="2800"/>
              <a:buNone/>
              <a:defRPr sz="3733">
                <a:solidFill>
                  <a:schemeClr val="lt1"/>
                </a:solidFill>
              </a:defRPr>
            </a:lvl6pPr>
            <a:lvl7pPr lvl="6" algn="ctr">
              <a:lnSpc>
                <a:spcPct val="100000"/>
              </a:lnSpc>
              <a:spcBef>
                <a:spcPts val="0"/>
              </a:spcBef>
              <a:spcAft>
                <a:spcPts val="0"/>
              </a:spcAft>
              <a:buClr>
                <a:schemeClr val="lt1"/>
              </a:buClr>
              <a:buSzPts val="2800"/>
              <a:buNone/>
              <a:defRPr sz="3733">
                <a:solidFill>
                  <a:schemeClr val="lt1"/>
                </a:solidFill>
              </a:defRPr>
            </a:lvl7pPr>
            <a:lvl8pPr lvl="7" algn="ctr">
              <a:lnSpc>
                <a:spcPct val="100000"/>
              </a:lnSpc>
              <a:spcBef>
                <a:spcPts val="0"/>
              </a:spcBef>
              <a:spcAft>
                <a:spcPts val="0"/>
              </a:spcAft>
              <a:buClr>
                <a:schemeClr val="lt1"/>
              </a:buClr>
              <a:buSzPts val="2800"/>
              <a:buNone/>
              <a:defRPr sz="3733">
                <a:solidFill>
                  <a:schemeClr val="lt1"/>
                </a:solidFill>
              </a:defRPr>
            </a:lvl8pPr>
            <a:lvl9pPr lvl="8" algn="ctr">
              <a:lnSpc>
                <a:spcPct val="100000"/>
              </a:lnSpc>
              <a:spcBef>
                <a:spcPts val="0"/>
              </a:spcBef>
              <a:spcAft>
                <a:spcPts val="0"/>
              </a:spcAft>
              <a:buClr>
                <a:schemeClr val="lt1"/>
              </a:buClr>
              <a:buSzPts val="2800"/>
              <a:buNone/>
              <a:defRPr sz="3733">
                <a:solidFill>
                  <a:schemeClr val="lt1"/>
                </a:solidFill>
              </a:defRPr>
            </a:lvl9pPr>
          </a:lstStyle>
          <a:p/>
        </p:txBody>
      </p:sp>
      <p:pic>
        <p:nvPicPr>
          <p:cNvPr id="43" name="Google Shape;43;p13"/>
          <p:cNvPicPr preferRelativeResize="0"/>
          <p:nvPr/>
        </p:nvPicPr>
        <p:blipFill rotWithShape="1">
          <a:blip r:embed="rId4">
            <a:alphaModFix/>
          </a:blip>
          <a:srcRect b="0" l="0" r="0" t="0"/>
          <a:stretch/>
        </p:blipFill>
        <p:spPr>
          <a:xfrm>
            <a:off x="414952" y="242009"/>
            <a:ext cx="2750400" cy="115596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bg>
      <p:bgPr>
        <a:solidFill>
          <a:schemeClr val="lt1"/>
        </a:solidFill>
      </p:bgPr>
    </p:bg>
    <p:spTree>
      <p:nvGrpSpPr>
        <p:cNvPr id="44" name="Shape 44"/>
        <p:cNvGrpSpPr/>
        <p:nvPr/>
      </p:nvGrpSpPr>
      <p:grpSpPr>
        <a:xfrm>
          <a:off x="0" y="0"/>
          <a:ext cx="0" cy="0"/>
          <a:chOff x="0" y="0"/>
          <a:chExt cx="0" cy="0"/>
        </a:xfrm>
      </p:grpSpPr>
      <p:sp>
        <p:nvSpPr>
          <p:cNvPr id="45" name="Google Shape;45;p14"/>
          <p:cNvSpPr txBox="1"/>
          <p:nvPr>
            <p:ph type="title"/>
          </p:nvPr>
        </p:nvSpPr>
        <p:spPr>
          <a:xfrm>
            <a:off x="415600" y="593367"/>
            <a:ext cx="11360799" cy="7636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2800"/>
              <a:buNone/>
              <a:defRPr>
                <a:solidFill>
                  <a:srgbClr val="00144C"/>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46" name="Google Shape;46;p14"/>
          <p:cNvSpPr txBox="1"/>
          <p:nvPr>
            <p:ph idx="1" type="body"/>
          </p:nvPr>
        </p:nvSpPr>
        <p:spPr>
          <a:xfrm>
            <a:off x="415600" y="1536633"/>
            <a:ext cx="11360799" cy="4423200"/>
          </a:xfrm>
          <a:prstGeom prst="rect">
            <a:avLst/>
          </a:prstGeom>
          <a:noFill/>
          <a:ln>
            <a:noFill/>
          </a:ln>
        </p:spPr>
        <p:txBody>
          <a:bodyPr anchorCtr="0" anchor="t" bIns="0" lIns="0" spcFirstLastPara="1" rIns="0" wrap="square" tIns="0">
            <a:noAutofit/>
          </a:bodyPr>
          <a:lstStyle>
            <a:lvl1pPr indent="-342900" lvl="0" marL="457200" algn="l">
              <a:lnSpc>
                <a:spcPct val="115000"/>
              </a:lnSpc>
              <a:spcBef>
                <a:spcPts val="0"/>
              </a:spcBef>
              <a:spcAft>
                <a:spcPts val="0"/>
              </a:spcAft>
              <a:buSzPts val="1800"/>
              <a:buChar char="●"/>
              <a:defRPr sz="1600"/>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7" name="Google Shape;47;p14"/>
          <p:cNvSpPr txBox="1"/>
          <p:nvPr>
            <p:ph idx="12" type="sldNum"/>
          </p:nvPr>
        </p:nvSpPr>
        <p:spPr>
          <a:xfrm>
            <a:off x="11044799" y="6217623"/>
            <a:ext cx="731600" cy="5248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48" name="Google Shape;48;p14"/>
          <p:cNvPicPr preferRelativeResize="0"/>
          <p:nvPr/>
        </p:nvPicPr>
        <p:blipFill rotWithShape="1">
          <a:blip r:embed="rId2">
            <a:alphaModFix/>
          </a:blip>
          <a:srcRect b="0" l="0" r="0" t="0"/>
          <a:stretch/>
        </p:blipFill>
        <p:spPr>
          <a:xfrm>
            <a:off x="415600" y="6121888"/>
            <a:ext cx="1483200" cy="623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1_Title and body">
    <p:bg>
      <p:bgPr>
        <a:solidFill>
          <a:schemeClr val="lt1"/>
        </a:solidFill>
      </p:bgPr>
    </p:bg>
    <p:spTree>
      <p:nvGrpSpPr>
        <p:cNvPr id="49" name="Shape 49"/>
        <p:cNvGrpSpPr/>
        <p:nvPr/>
      </p:nvGrpSpPr>
      <p:grpSpPr>
        <a:xfrm>
          <a:off x="0" y="0"/>
          <a:ext cx="0" cy="0"/>
          <a:chOff x="0" y="0"/>
          <a:chExt cx="0" cy="0"/>
        </a:xfrm>
      </p:grpSpPr>
      <p:sp>
        <p:nvSpPr>
          <p:cNvPr id="50" name="Google Shape;50;p15"/>
          <p:cNvSpPr/>
          <p:nvPr/>
        </p:nvSpPr>
        <p:spPr>
          <a:xfrm>
            <a:off x="9467" y="7500"/>
            <a:ext cx="12182532" cy="13972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867" u="none" cap="none" strike="noStrike">
              <a:solidFill>
                <a:srgbClr val="000000"/>
              </a:solidFill>
              <a:latin typeface="Arial"/>
              <a:ea typeface="Arial"/>
              <a:cs typeface="Arial"/>
              <a:sym typeface="Arial"/>
            </a:endParaRPr>
          </a:p>
        </p:txBody>
      </p:sp>
      <p:sp>
        <p:nvSpPr>
          <p:cNvPr id="51" name="Google Shape;51;p15"/>
          <p:cNvSpPr txBox="1"/>
          <p:nvPr>
            <p:ph type="title"/>
          </p:nvPr>
        </p:nvSpPr>
        <p:spPr>
          <a:xfrm>
            <a:off x="415600" y="0"/>
            <a:ext cx="9266318" cy="1397200"/>
          </a:xfrm>
          <a:prstGeom prst="rect">
            <a:avLst/>
          </a:prstGeom>
          <a:noFill/>
          <a:ln>
            <a:noFill/>
          </a:ln>
        </p:spPr>
        <p:txBody>
          <a:bodyPr anchorCtr="0" anchor="ctr" bIns="0" lIns="0" spcFirstLastPara="1" rIns="0" wrap="square" tIns="0">
            <a:normAutofit/>
          </a:bodyPr>
          <a:lstStyle>
            <a:lvl1pPr lvl="0" algn="l">
              <a:lnSpc>
                <a:spcPct val="100000"/>
              </a:lnSpc>
              <a:spcBef>
                <a:spcPts val="0"/>
              </a:spcBef>
              <a:spcAft>
                <a:spcPts val="0"/>
              </a:spcAft>
              <a:buSzPts val="2800"/>
              <a:buNone/>
              <a:defRPr>
                <a:solidFill>
                  <a:schemeClr val="lt1"/>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52" name="Google Shape;52;p15"/>
          <p:cNvSpPr txBox="1"/>
          <p:nvPr>
            <p:ph idx="1" type="body"/>
          </p:nvPr>
        </p:nvSpPr>
        <p:spPr>
          <a:xfrm>
            <a:off x="415600" y="1536633"/>
            <a:ext cx="11360799" cy="4423200"/>
          </a:xfrm>
          <a:prstGeom prst="rect">
            <a:avLst/>
          </a:prstGeom>
          <a:noFill/>
          <a:ln>
            <a:noFill/>
          </a:ln>
        </p:spPr>
        <p:txBody>
          <a:bodyPr anchorCtr="0" anchor="t" bIns="0" lIns="0" spcFirstLastPara="1" rIns="0" wrap="square" tIns="0">
            <a:noAutofit/>
          </a:bodyPr>
          <a:lstStyle>
            <a:lvl1pPr indent="-342900" lvl="0" marL="457200" algn="l">
              <a:lnSpc>
                <a:spcPct val="115000"/>
              </a:lnSpc>
              <a:spcBef>
                <a:spcPts val="0"/>
              </a:spcBef>
              <a:spcAft>
                <a:spcPts val="0"/>
              </a:spcAft>
              <a:buSzPts val="1800"/>
              <a:buChar char="●"/>
              <a:defRPr sz="1600"/>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53" name="Google Shape;53;p15"/>
          <p:cNvSpPr txBox="1"/>
          <p:nvPr>
            <p:ph idx="12" type="sldNum"/>
          </p:nvPr>
        </p:nvSpPr>
        <p:spPr>
          <a:xfrm>
            <a:off x="11044799" y="6217623"/>
            <a:ext cx="731600" cy="5248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54" name="Google Shape;54;p15"/>
          <p:cNvPicPr preferRelativeResize="0"/>
          <p:nvPr/>
        </p:nvPicPr>
        <p:blipFill rotWithShape="1">
          <a:blip r:embed="rId2">
            <a:alphaModFix/>
          </a:blip>
          <a:srcRect b="0" l="0" r="0" t="0"/>
          <a:stretch/>
        </p:blipFill>
        <p:spPr>
          <a:xfrm>
            <a:off x="10103498" y="338495"/>
            <a:ext cx="1713600" cy="720209"/>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bg>
      <p:bgPr>
        <a:solidFill>
          <a:schemeClr val="lt1"/>
        </a:solidFill>
      </p:bgPr>
    </p:bg>
    <p:spTree>
      <p:nvGrpSpPr>
        <p:cNvPr id="55" name="Shape 55"/>
        <p:cNvGrpSpPr/>
        <p:nvPr/>
      </p:nvGrpSpPr>
      <p:grpSpPr>
        <a:xfrm>
          <a:off x="0" y="0"/>
          <a:ext cx="0" cy="0"/>
          <a:chOff x="0" y="0"/>
          <a:chExt cx="0" cy="0"/>
        </a:xfrm>
      </p:grpSpPr>
      <p:sp>
        <p:nvSpPr>
          <p:cNvPr id="56" name="Google Shape;56;p16"/>
          <p:cNvSpPr txBox="1"/>
          <p:nvPr>
            <p:ph type="title"/>
          </p:nvPr>
        </p:nvSpPr>
        <p:spPr>
          <a:xfrm>
            <a:off x="415600" y="593367"/>
            <a:ext cx="11360799" cy="7636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2800"/>
              <a:buNone/>
              <a:defRPr>
                <a:solidFill>
                  <a:srgbClr val="00144C"/>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57" name="Google Shape;57;p16"/>
          <p:cNvSpPr txBox="1"/>
          <p:nvPr>
            <p:ph idx="1" type="body"/>
          </p:nvPr>
        </p:nvSpPr>
        <p:spPr>
          <a:xfrm>
            <a:off x="415600" y="1536633"/>
            <a:ext cx="5333200" cy="4423200"/>
          </a:xfrm>
          <a:prstGeom prst="rect">
            <a:avLst/>
          </a:prstGeom>
          <a:noFill/>
          <a:ln>
            <a:noFill/>
          </a:ln>
        </p:spPr>
        <p:txBody>
          <a:bodyPr anchorCtr="0" anchor="t" bIns="0" lIns="0" spcFirstLastPara="1" rIns="0" wrap="square" tIns="0">
            <a:noAutofit/>
          </a:bodyPr>
          <a:lstStyle>
            <a:lvl1pPr indent="-317500" lvl="0" marL="457200" algn="l">
              <a:lnSpc>
                <a:spcPct val="115000"/>
              </a:lnSpc>
              <a:spcBef>
                <a:spcPts val="0"/>
              </a:spcBef>
              <a:spcAft>
                <a:spcPts val="0"/>
              </a:spcAft>
              <a:buSzPts val="1400"/>
              <a:buChar char="●"/>
              <a:defRPr sz="1600"/>
            </a:lvl1pPr>
            <a:lvl2pPr indent="-304800" lvl="1" marL="914400" algn="l">
              <a:lnSpc>
                <a:spcPct val="115000"/>
              </a:lnSpc>
              <a:spcBef>
                <a:spcPts val="0"/>
              </a:spcBef>
              <a:spcAft>
                <a:spcPts val="0"/>
              </a:spcAft>
              <a:buSzPts val="1200"/>
              <a:buChar char="○"/>
              <a:defRPr sz="1600"/>
            </a:lvl2pPr>
            <a:lvl3pPr indent="-304800" lvl="2" marL="1371600" algn="l">
              <a:lnSpc>
                <a:spcPct val="115000"/>
              </a:lnSpc>
              <a:spcBef>
                <a:spcPts val="0"/>
              </a:spcBef>
              <a:spcAft>
                <a:spcPts val="0"/>
              </a:spcAft>
              <a:buSzPts val="1200"/>
              <a:buChar char="■"/>
              <a:defRPr sz="1600"/>
            </a:lvl3pPr>
            <a:lvl4pPr indent="-304800" lvl="3" marL="1828800" algn="l">
              <a:lnSpc>
                <a:spcPct val="115000"/>
              </a:lnSpc>
              <a:spcBef>
                <a:spcPts val="0"/>
              </a:spcBef>
              <a:spcAft>
                <a:spcPts val="0"/>
              </a:spcAft>
              <a:buSzPts val="1200"/>
              <a:buChar char="●"/>
              <a:defRPr sz="1600"/>
            </a:lvl4pPr>
            <a:lvl5pPr indent="-304800" lvl="4" marL="2286000" algn="l">
              <a:lnSpc>
                <a:spcPct val="115000"/>
              </a:lnSpc>
              <a:spcBef>
                <a:spcPts val="0"/>
              </a:spcBef>
              <a:spcAft>
                <a:spcPts val="0"/>
              </a:spcAft>
              <a:buSzPts val="1200"/>
              <a:buChar char="○"/>
              <a:defRPr sz="1600"/>
            </a:lvl5pPr>
            <a:lvl6pPr indent="-304800" lvl="5" marL="2743200" algn="l">
              <a:lnSpc>
                <a:spcPct val="115000"/>
              </a:lnSpc>
              <a:spcBef>
                <a:spcPts val="0"/>
              </a:spcBef>
              <a:spcAft>
                <a:spcPts val="0"/>
              </a:spcAft>
              <a:buSzPts val="1200"/>
              <a:buChar char="■"/>
              <a:defRPr sz="1600"/>
            </a:lvl6pPr>
            <a:lvl7pPr indent="-304800" lvl="6" marL="3200400" algn="l">
              <a:lnSpc>
                <a:spcPct val="115000"/>
              </a:lnSpc>
              <a:spcBef>
                <a:spcPts val="0"/>
              </a:spcBef>
              <a:spcAft>
                <a:spcPts val="0"/>
              </a:spcAft>
              <a:buSzPts val="1200"/>
              <a:buChar char="●"/>
              <a:defRPr sz="1600"/>
            </a:lvl7pPr>
            <a:lvl8pPr indent="-304800" lvl="7" marL="3657600" algn="l">
              <a:lnSpc>
                <a:spcPct val="115000"/>
              </a:lnSpc>
              <a:spcBef>
                <a:spcPts val="0"/>
              </a:spcBef>
              <a:spcAft>
                <a:spcPts val="0"/>
              </a:spcAft>
              <a:buSzPts val="1200"/>
              <a:buChar char="○"/>
              <a:defRPr sz="1600"/>
            </a:lvl8pPr>
            <a:lvl9pPr indent="-304800" lvl="8" marL="4114800" algn="l">
              <a:lnSpc>
                <a:spcPct val="115000"/>
              </a:lnSpc>
              <a:spcBef>
                <a:spcPts val="0"/>
              </a:spcBef>
              <a:spcAft>
                <a:spcPts val="0"/>
              </a:spcAft>
              <a:buSzPts val="1200"/>
              <a:buChar char="■"/>
              <a:defRPr sz="1600"/>
            </a:lvl9pPr>
          </a:lstStyle>
          <a:p/>
        </p:txBody>
      </p:sp>
      <p:sp>
        <p:nvSpPr>
          <p:cNvPr id="58" name="Google Shape;58;p16"/>
          <p:cNvSpPr txBox="1"/>
          <p:nvPr>
            <p:ph idx="2" type="body"/>
          </p:nvPr>
        </p:nvSpPr>
        <p:spPr>
          <a:xfrm>
            <a:off x="6443199" y="1536633"/>
            <a:ext cx="5333200" cy="4423200"/>
          </a:xfrm>
          <a:prstGeom prst="rect">
            <a:avLst/>
          </a:prstGeom>
          <a:noFill/>
          <a:ln>
            <a:noFill/>
          </a:ln>
        </p:spPr>
        <p:txBody>
          <a:bodyPr anchorCtr="0" anchor="t" bIns="0" lIns="0" spcFirstLastPara="1" rIns="0" wrap="square" tIns="0">
            <a:noAutofit/>
          </a:bodyPr>
          <a:lstStyle>
            <a:lvl1pPr indent="-317500" lvl="0" marL="457200" algn="l">
              <a:lnSpc>
                <a:spcPct val="115000"/>
              </a:lnSpc>
              <a:spcBef>
                <a:spcPts val="0"/>
              </a:spcBef>
              <a:spcAft>
                <a:spcPts val="0"/>
              </a:spcAft>
              <a:buSzPts val="1400"/>
              <a:buChar char="●"/>
              <a:defRPr sz="1600"/>
            </a:lvl1pPr>
            <a:lvl2pPr indent="-304800" lvl="1" marL="914400" algn="l">
              <a:lnSpc>
                <a:spcPct val="115000"/>
              </a:lnSpc>
              <a:spcBef>
                <a:spcPts val="0"/>
              </a:spcBef>
              <a:spcAft>
                <a:spcPts val="0"/>
              </a:spcAft>
              <a:buSzPts val="1200"/>
              <a:buChar char="○"/>
              <a:defRPr sz="1600"/>
            </a:lvl2pPr>
            <a:lvl3pPr indent="-304800" lvl="2" marL="1371600" algn="l">
              <a:lnSpc>
                <a:spcPct val="115000"/>
              </a:lnSpc>
              <a:spcBef>
                <a:spcPts val="0"/>
              </a:spcBef>
              <a:spcAft>
                <a:spcPts val="0"/>
              </a:spcAft>
              <a:buSzPts val="1200"/>
              <a:buChar char="■"/>
              <a:defRPr sz="1600"/>
            </a:lvl3pPr>
            <a:lvl4pPr indent="-304800" lvl="3" marL="1828800" algn="l">
              <a:lnSpc>
                <a:spcPct val="115000"/>
              </a:lnSpc>
              <a:spcBef>
                <a:spcPts val="0"/>
              </a:spcBef>
              <a:spcAft>
                <a:spcPts val="0"/>
              </a:spcAft>
              <a:buSzPts val="1200"/>
              <a:buChar char="●"/>
              <a:defRPr sz="1600"/>
            </a:lvl4pPr>
            <a:lvl5pPr indent="-304800" lvl="4" marL="2286000" algn="l">
              <a:lnSpc>
                <a:spcPct val="115000"/>
              </a:lnSpc>
              <a:spcBef>
                <a:spcPts val="0"/>
              </a:spcBef>
              <a:spcAft>
                <a:spcPts val="0"/>
              </a:spcAft>
              <a:buSzPts val="1200"/>
              <a:buChar char="○"/>
              <a:defRPr sz="1600"/>
            </a:lvl5pPr>
            <a:lvl6pPr indent="-304800" lvl="5" marL="2743200" algn="l">
              <a:lnSpc>
                <a:spcPct val="115000"/>
              </a:lnSpc>
              <a:spcBef>
                <a:spcPts val="0"/>
              </a:spcBef>
              <a:spcAft>
                <a:spcPts val="0"/>
              </a:spcAft>
              <a:buSzPts val="1200"/>
              <a:buChar char="■"/>
              <a:defRPr sz="1600"/>
            </a:lvl6pPr>
            <a:lvl7pPr indent="-304800" lvl="6" marL="3200400" algn="l">
              <a:lnSpc>
                <a:spcPct val="115000"/>
              </a:lnSpc>
              <a:spcBef>
                <a:spcPts val="0"/>
              </a:spcBef>
              <a:spcAft>
                <a:spcPts val="0"/>
              </a:spcAft>
              <a:buSzPts val="1200"/>
              <a:buChar char="●"/>
              <a:defRPr sz="1600"/>
            </a:lvl7pPr>
            <a:lvl8pPr indent="-304800" lvl="7" marL="3657600" algn="l">
              <a:lnSpc>
                <a:spcPct val="115000"/>
              </a:lnSpc>
              <a:spcBef>
                <a:spcPts val="0"/>
              </a:spcBef>
              <a:spcAft>
                <a:spcPts val="0"/>
              </a:spcAft>
              <a:buSzPts val="1200"/>
              <a:buChar char="○"/>
              <a:defRPr sz="1600"/>
            </a:lvl8pPr>
            <a:lvl9pPr indent="-304800" lvl="8" marL="4114800" algn="l">
              <a:lnSpc>
                <a:spcPct val="115000"/>
              </a:lnSpc>
              <a:spcBef>
                <a:spcPts val="0"/>
              </a:spcBef>
              <a:spcAft>
                <a:spcPts val="0"/>
              </a:spcAft>
              <a:buSzPts val="1200"/>
              <a:buChar char="■"/>
              <a:defRPr sz="1600"/>
            </a:lvl9pPr>
          </a:lstStyle>
          <a:p/>
        </p:txBody>
      </p:sp>
      <p:sp>
        <p:nvSpPr>
          <p:cNvPr id="59" name="Google Shape;59;p16"/>
          <p:cNvSpPr txBox="1"/>
          <p:nvPr>
            <p:ph idx="12" type="sldNum"/>
          </p:nvPr>
        </p:nvSpPr>
        <p:spPr>
          <a:xfrm>
            <a:off x="11044799" y="6217623"/>
            <a:ext cx="731600" cy="5248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60" name="Google Shape;60;p16"/>
          <p:cNvPicPr preferRelativeResize="0"/>
          <p:nvPr/>
        </p:nvPicPr>
        <p:blipFill rotWithShape="1">
          <a:blip r:embed="rId2">
            <a:alphaModFix/>
          </a:blip>
          <a:srcRect b="0" l="0" r="0" t="0"/>
          <a:stretch/>
        </p:blipFill>
        <p:spPr>
          <a:xfrm>
            <a:off x="415600" y="6121888"/>
            <a:ext cx="1483200" cy="623375"/>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bg>
      <p:bgPr>
        <a:solidFill>
          <a:schemeClr val="lt1"/>
        </a:solidFill>
      </p:bgPr>
    </p:bg>
    <p:spTree>
      <p:nvGrpSpPr>
        <p:cNvPr id="61" name="Shape 61"/>
        <p:cNvGrpSpPr/>
        <p:nvPr/>
      </p:nvGrpSpPr>
      <p:grpSpPr>
        <a:xfrm>
          <a:off x="0" y="0"/>
          <a:ext cx="0" cy="0"/>
          <a:chOff x="0" y="0"/>
          <a:chExt cx="0" cy="0"/>
        </a:xfrm>
      </p:grpSpPr>
      <p:sp>
        <p:nvSpPr>
          <p:cNvPr id="62" name="Google Shape;62;p17"/>
          <p:cNvSpPr txBox="1"/>
          <p:nvPr>
            <p:ph type="title"/>
          </p:nvPr>
        </p:nvSpPr>
        <p:spPr>
          <a:xfrm>
            <a:off x="415600" y="593367"/>
            <a:ext cx="11360799" cy="7636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2800"/>
              <a:buNone/>
              <a:defRPr>
                <a:solidFill>
                  <a:srgbClr val="00144C"/>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63" name="Google Shape;63;p17"/>
          <p:cNvSpPr txBox="1"/>
          <p:nvPr>
            <p:ph idx="12" type="sldNum"/>
          </p:nvPr>
        </p:nvSpPr>
        <p:spPr>
          <a:xfrm>
            <a:off x="11044799" y="6217623"/>
            <a:ext cx="731600" cy="5248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64" name="Google Shape;64;p17"/>
          <p:cNvPicPr preferRelativeResize="0"/>
          <p:nvPr/>
        </p:nvPicPr>
        <p:blipFill rotWithShape="1">
          <a:blip r:embed="rId2">
            <a:alphaModFix/>
          </a:blip>
          <a:srcRect b="0" l="0" r="0" t="0"/>
          <a:stretch/>
        </p:blipFill>
        <p:spPr>
          <a:xfrm>
            <a:off x="415600" y="6121888"/>
            <a:ext cx="1483200" cy="62337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9"/>
          <p:cNvSpPr txBox="1"/>
          <p:nvPr>
            <p:ph type="title"/>
          </p:nvPr>
        </p:nvSpPr>
        <p:spPr>
          <a:xfrm>
            <a:off x="415600" y="593367"/>
            <a:ext cx="11360799" cy="763600"/>
          </a:xfrm>
          <a:prstGeom prst="rect">
            <a:avLst/>
          </a:prstGeom>
          <a:noFill/>
          <a:ln>
            <a:noFill/>
          </a:ln>
        </p:spPr>
        <p:txBody>
          <a:bodyPr anchorCtr="0" anchor="ctr" bIns="0" lIns="0" spcFirstLastPara="1" rIns="0" wrap="square" tIns="0">
            <a:noAutofit/>
          </a:bodyPr>
          <a:lstStyle>
            <a:lvl1pPr lvl="0" marR="0" rtl="0" algn="l">
              <a:lnSpc>
                <a:spcPct val="100000"/>
              </a:lnSpc>
              <a:spcBef>
                <a:spcPts val="0"/>
              </a:spcBef>
              <a:spcAft>
                <a:spcPts val="0"/>
              </a:spcAft>
              <a:buClr>
                <a:schemeClr val="accent1"/>
              </a:buClr>
              <a:buSzPts val="2800"/>
              <a:buFont typeface="Arial"/>
              <a:buNone/>
              <a:defRPr b="1" i="0" sz="3733" u="none" cap="none" strike="noStrike">
                <a:solidFill>
                  <a:schemeClr val="accent1"/>
                </a:solidFill>
                <a:latin typeface="Arial"/>
                <a:ea typeface="Arial"/>
                <a:cs typeface="Arial"/>
                <a:sym typeface="Arial"/>
              </a:defRPr>
            </a:lvl1pPr>
            <a:lvl2pPr lvl="1"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2pPr>
            <a:lvl3pPr lvl="2"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3pPr>
            <a:lvl4pPr lvl="3"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4pPr>
            <a:lvl5pPr lvl="4"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5pPr>
            <a:lvl6pPr lvl="5"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6pPr>
            <a:lvl7pPr lvl="6"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7pPr>
            <a:lvl8pPr lvl="7"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8pPr>
            <a:lvl9pPr lvl="8"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9pPr>
          </a:lstStyle>
          <a:p/>
        </p:txBody>
      </p:sp>
      <p:sp>
        <p:nvSpPr>
          <p:cNvPr id="7" name="Google Shape;7;p9"/>
          <p:cNvSpPr txBox="1"/>
          <p:nvPr>
            <p:ph idx="1" type="body"/>
          </p:nvPr>
        </p:nvSpPr>
        <p:spPr>
          <a:xfrm>
            <a:off x="415600" y="1536633"/>
            <a:ext cx="11360799" cy="4555200"/>
          </a:xfrm>
          <a:prstGeom prst="rect">
            <a:avLst/>
          </a:prstGeom>
          <a:noFill/>
          <a:ln>
            <a:noFill/>
          </a:ln>
        </p:spPr>
        <p:txBody>
          <a:bodyPr anchorCtr="0" anchor="t" bIns="0" lIns="0" spcFirstLastPara="1" rIns="0" wrap="square" tIns="0">
            <a:noAutofit/>
          </a:bodyPr>
          <a:lstStyle>
            <a:lvl1pPr indent="-342900" lvl="0" marL="457200" marR="0" rtl="0" algn="l">
              <a:lnSpc>
                <a:spcPct val="115000"/>
              </a:lnSpc>
              <a:spcBef>
                <a:spcPts val="0"/>
              </a:spcBef>
              <a:spcAft>
                <a:spcPts val="0"/>
              </a:spcAft>
              <a:buClr>
                <a:schemeClr val="dk2"/>
              </a:buClr>
              <a:buSzPts val="1800"/>
              <a:buFont typeface="Arial"/>
              <a:buChar char="●"/>
              <a:defRPr b="0" i="0" sz="24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9pPr>
          </a:lstStyle>
          <a:p/>
        </p:txBody>
      </p:sp>
      <p:sp>
        <p:nvSpPr>
          <p:cNvPr id="8" name="Google Shape;8;p9"/>
          <p:cNvSpPr txBox="1"/>
          <p:nvPr>
            <p:ph idx="12" type="sldNum"/>
          </p:nvPr>
        </p:nvSpPr>
        <p:spPr>
          <a:xfrm>
            <a:off x="11044799" y="6217623"/>
            <a:ext cx="731600" cy="524800"/>
          </a:xfrm>
          <a:prstGeom prst="rect">
            <a:avLst/>
          </a:prstGeom>
          <a:noFill/>
          <a:ln>
            <a:noFill/>
          </a:ln>
        </p:spPr>
        <p:txBody>
          <a:bodyPr anchorCtr="0" anchor="ctr" bIns="0" lIns="0" spcFirstLastPara="1" rIns="0" wrap="square" tIns="0">
            <a:noAutofit/>
          </a:bodyPr>
          <a:lstStyle>
            <a:lvl1pPr indent="0" lvl="0"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jpg"/><Relationship Id="rId3" Type="http://schemas.openxmlformats.org/officeDocument/2006/relationships/image" Target="../media/image6.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5488" y="1691640"/>
            <a:ext cx="11109960" cy="585216"/>
          </a:xfrm>
          <a:prstGeom prst="rect">
            <a:avLst/>
          </a:prstGeom>
          <a:noFill/>
        </p:spPr>
        <p:txBody>
          <a:bodyPr wrap="square" lIns="0" rIns="0" tIns="0" bIns="0">
            <a:spAutoFit/>
          </a:bodyPr>
          <a:lstStyle/>
          <a:p>
            <a:pPr>
              <a:spcAft>
                <a:spcPts val="500"/>
              </a:spcAft>
              <a:defRPr sz="3600" b="1">
                <a:solidFill>
                  <a:srgbClr val="FFFFFF"/>
                </a:solidFill>
                <a:latin typeface="Liberation Sans"/>
              </a:defRPr>
            </a:pPr>
            <a:r>
              <a:t>Volcano for the Agentic AI Era:</a:t>
            </a:r>
          </a:p>
        </p:txBody>
      </p:sp>
      <p:sp>
        <p:nvSpPr>
          <p:cNvPr id="3" name="TextBox 2"/>
          <p:cNvSpPr txBox="1"/>
          <p:nvPr/>
        </p:nvSpPr>
        <p:spPr>
          <a:xfrm>
            <a:off x="475488" y="2423160"/>
            <a:ext cx="11109960" cy="484632"/>
          </a:xfrm>
          <a:prstGeom prst="rect">
            <a:avLst/>
          </a:prstGeom>
          <a:noFill/>
        </p:spPr>
        <p:txBody>
          <a:bodyPr wrap="square" lIns="0" rIns="0" tIns="0" bIns="0">
            <a:spAutoFit/>
          </a:bodyPr>
          <a:lstStyle/>
          <a:p>
            <a:pPr>
              <a:spcAft>
                <a:spcPts val="500"/>
              </a:spcAft>
              <a:defRPr sz="2600" b="0">
                <a:solidFill>
                  <a:srgbClr val="FFFFFF"/>
                </a:solidFill>
                <a:latin typeface="Liberation Sans"/>
              </a:defRPr>
            </a:pPr>
            <a:r>
              <a:t>Unified Scheduling Across Training, Inference, and Agents</a:t>
            </a:r>
          </a:p>
        </p:txBody>
      </p:sp>
      <p:sp>
        <p:nvSpPr>
          <p:cNvPr id="4" name="TextBox 3"/>
          <p:cNvSpPr txBox="1"/>
          <p:nvPr/>
        </p:nvSpPr>
        <p:spPr>
          <a:xfrm>
            <a:off x="475488" y="3200400"/>
            <a:ext cx="5440680" cy="365760"/>
          </a:xfrm>
          <a:prstGeom prst="rect">
            <a:avLst/>
          </a:prstGeom>
          <a:noFill/>
        </p:spPr>
        <p:txBody>
          <a:bodyPr wrap="square" lIns="0" rIns="0" tIns="0" bIns="0">
            <a:spAutoFit/>
          </a:bodyPr>
          <a:lstStyle/>
          <a:p>
            <a:pPr>
              <a:spcAft>
                <a:spcPts val="500"/>
              </a:spcAft>
              <a:defRPr sz="2200" b="1">
                <a:solidFill>
                  <a:srgbClr val="FFFFFF"/>
                </a:solidFill>
                <a:latin typeface="Liberation Sans"/>
              </a:defRPr>
            </a:pPr>
            <a:r>
              <a:t>Ricardo Aravena</a:t>
            </a:r>
          </a:p>
        </p:txBody>
      </p:sp>
      <p:sp>
        <p:nvSpPr>
          <p:cNvPr id="5" name="TextBox 4"/>
          <p:cNvSpPr txBox="1"/>
          <p:nvPr/>
        </p:nvSpPr>
        <p:spPr>
          <a:xfrm>
            <a:off x="475488" y="3593592"/>
            <a:ext cx="5440680" cy="274320"/>
          </a:xfrm>
          <a:prstGeom prst="rect">
            <a:avLst/>
          </a:prstGeom>
          <a:noFill/>
        </p:spPr>
        <p:txBody>
          <a:bodyPr wrap="square" lIns="0" rIns="0" tIns="0" bIns="0">
            <a:spAutoFit/>
          </a:bodyPr>
          <a:lstStyle/>
          <a:p>
            <a:pPr>
              <a:spcAft>
                <a:spcPts val="500"/>
              </a:spcAft>
              <a:defRPr sz="1700" b="0">
                <a:solidFill>
                  <a:srgbClr val="FFFFFF"/>
                </a:solidFill>
                <a:latin typeface="Liberation Sans"/>
              </a:defRPr>
            </a:pPr>
            <a:r>
              <a:t>AI Infrastructure Lead at Nunchux AI</a:t>
            </a:r>
          </a:p>
        </p:txBody>
      </p:sp>
      <p:sp>
        <p:nvSpPr>
          <p:cNvPr id="6" name="TextBox 5"/>
          <p:cNvSpPr txBox="1"/>
          <p:nvPr/>
        </p:nvSpPr>
        <p:spPr>
          <a:xfrm>
            <a:off x="475488" y="3858768"/>
            <a:ext cx="5440680" cy="256032"/>
          </a:xfrm>
          <a:prstGeom prst="rect">
            <a:avLst/>
          </a:prstGeom>
          <a:noFill/>
        </p:spPr>
        <p:txBody>
          <a:bodyPr wrap="square" lIns="0" rIns="0" tIns="0" bIns="0">
            <a:spAutoFit/>
          </a:bodyPr>
          <a:lstStyle/>
          <a:p>
            <a:pPr>
              <a:spcAft>
                <a:spcPts val="500"/>
              </a:spcAft>
              <a:defRPr sz="1600" b="0">
                <a:solidFill>
                  <a:srgbClr val="FFFFFF"/>
                </a:solidFill>
                <a:latin typeface="Liberation Sans"/>
              </a:defRPr>
            </a:pPr>
            <a:r>
              <a:t>CNCF TOC Alternate (GB)</a:t>
            </a:r>
          </a:p>
        </p:txBody>
      </p:sp>
      <p:sp>
        <p:nvSpPr>
          <p:cNvPr id="7" name="TextBox 6"/>
          <p:cNvSpPr txBox="1"/>
          <p:nvPr/>
        </p:nvSpPr>
        <p:spPr>
          <a:xfrm>
            <a:off x="6263640" y="3200400"/>
            <a:ext cx="5440680" cy="365760"/>
          </a:xfrm>
          <a:prstGeom prst="rect">
            <a:avLst/>
          </a:prstGeom>
          <a:noFill/>
        </p:spPr>
        <p:txBody>
          <a:bodyPr wrap="square" lIns="0" rIns="0" tIns="0" bIns="0">
            <a:spAutoFit/>
          </a:bodyPr>
          <a:lstStyle/>
          <a:p>
            <a:pPr>
              <a:spcAft>
                <a:spcPts val="500"/>
              </a:spcAft>
              <a:defRPr sz="2200" b="1">
                <a:solidFill>
                  <a:srgbClr val="FFFFFF"/>
                </a:solidFill>
                <a:latin typeface="Liberation Sans"/>
              </a:defRPr>
            </a:pPr>
            <a:r>
              <a:t>Rainie Li</a:t>
            </a:r>
          </a:p>
        </p:txBody>
      </p:sp>
      <p:sp>
        <p:nvSpPr>
          <p:cNvPr id="8" name="TextBox 7"/>
          <p:cNvSpPr txBox="1"/>
          <p:nvPr/>
        </p:nvSpPr>
        <p:spPr>
          <a:xfrm>
            <a:off x="6263640" y="3593592"/>
            <a:ext cx="5440680" cy="274320"/>
          </a:xfrm>
          <a:prstGeom prst="rect">
            <a:avLst/>
          </a:prstGeom>
          <a:noFill/>
        </p:spPr>
        <p:txBody>
          <a:bodyPr wrap="square" lIns="0" rIns="0" tIns="0" bIns="0">
            <a:spAutoFit/>
          </a:bodyPr>
          <a:lstStyle/>
          <a:p>
            <a:pPr>
              <a:spcAft>
                <a:spcPts val="500"/>
              </a:spcAft>
              <a:defRPr sz="1700" b="0">
                <a:solidFill>
                  <a:srgbClr val="FFFFFF"/>
                </a:solidFill>
                <a:latin typeface="Liberation Sans"/>
              </a:defRPr>
            </a:pPr>
            <a:r>
              <a:t>Engineering Manager at Pinterest</a:t>
            </a:r>
          </a:p>
        </p:txBody>
      </p:sp>
      <p:sp>
        <p:nvSpPr>
          <p:cNvPr id="9" name="TextBox 8"/>
          <p:cNvSpPr txBox="1"/>
          <p:nvPr/>
        </p:nvSpPr>
        <p:spPr>
          <a:xfrm>
            <a:off x="6263640" y="3858768"/>
            <a:ext cx="5440680" cy="256032"/>
          </a:xfrm>
          <a:prstGeom prst="rect">
            <a:avLst/>
          </a:prstGeom>
          <a:noFill/>
        </p:spPr>
        <p:txBody>
          <a:bodyPr wrap="square" lIns="0" rIns="0" tIns="0" bIns="0">
            <a:spAutoFit/>
          </a:bodyPr>
          <a:lstStyle/>
          <a:p>
            <a:pPr>
              <a:spcAft>
                <a:spcPts val="500"/>
              </a:spcAft>
              <a:defRPr sz="1600" b="0">
                <a:solidFill>
                  <a:srgbClr val="FFFFFF"/>
                </a:solidFill>
                <a:latin typeface="Liberation Sans"/>
              </a:defRPr>
            </a:pPr>
            <a:r>
              <a:t>Apache YuniKorn PMC member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Speakers</a:t>
            </a:r>
          </a:p>
        </p:txBody>
      </p:sp>
      <p:pic>
        <p:nvPicPr>
          <p:cNvPr id="3" name="Picture 2" descr="ricardo.jpeg"/>
          <p:cNvPicPr>
            <a:picLocks noChangeAspect="1"/>
          </p:cNvPicPr>
          <p:nvPr/>
        </p:nvPicPr>
        <p:blipFill>
          <a:blip r:embed="rId2"/>
          <a:stretch>
            <a:fillRect/>
          </a:stretch>
        </p:blipFill>
        <p:spPr>
          <a:xfrm>
            <a:off x="731520" y="1828800"/>
            <a:ext cx="1600200" cy="1600200"/>
          </a:xfrm>
          <a:prstGeom prst="rect">
            <a:avLst/>
          </a:prstGeom>
        </p:spPr>
      </p:pic>
      <p:sp>
        <p:nvSpPr>
          <p:cNvPr id="4" name="TextBox 3"/>
          <p:cNvSpPr txBox="1"/>
          <p:nvPr/>
        </p:nvSpPr>
        <p:spPr>
          <a:xfrm>
            <a:off x="731520" y="3675887"/>
            <a:ext cx="4937760" cy="45720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Ricardo Aravena</a:t>
            </a:r>
          </a:p>
        </p:txBody>
      </p:sp>
      <p:sp>
        <p:nvSpPr>
          <p:cNvPr id="5" name="TextBox 4"/>
          <p:cNvSpPr txBox="1"/>
          <p:nvPr/>
        </p:nvSpPr>
        <p:spPr>
          <a:xfrm>
            <a:off x="731520" y="4279392"/>
            <a:ext cx="4846320" cy="393192"/>
          </a:xfrm>
          <a:prstGeom prst="rect">
            <a:avLst/>
          </a:prstGeom>
          <a:noFill/>
        </p:spPr>
        <p:txBody>
          <a:bodyPr wrap="square" lIns="0" rIns="0" tIns="0" bIns="0">
            <a:spAutoFit/>
          </a:bodyPr>
          <a:lstStyle/>
          <a:p>
            <a:pPr>
              <a:spcAft>
                <a:spcPts val="500"/>
              </a:spcAft>
              <a:defRPr sz="2200" b="0">
                <a:solidFill>
                  <a:srgbClr val="164F89"/>
                </a:solidFill>
                <a:latin typeface="Liberation Sans"/>
              </a:defRPr>
            </a:pPr>
            <a:r>
              <a:t>AI Infrastructure Lead, Nunchux AI</a:t>
            </a:r>
          </a:p>
        </p:txBody>
      </p:sp>
      <p:sp>
        <p:nvSpPr>
          <p:cNvPr id="6" name="TextBox 5"/>
          <p:cNvSpPr txBox="1"/>
          <p:nvPr/>
        </p:nvSpPr>
        <p:spPr>
          <a:xfrm>
            <a:off x="731520" y="4818888"/>
            <a:ext cx="4846320" cy="777240"/>
          </a:xfrm>
          <a:prstGeom prst="rect">
            <a:avLst/>
          </a:prstGeom>
          <a:noFill/>
        </p:spPr>
        <p:txBody>
          <a:bodyPr wrap="square" lIns="0" rIns="0" tIns="0" bIns="0">
            <a:spAutoFit/>
          </a:bodyPr>
          <a:lstStyle/>
          <a:p>
            <a:pPr>
              <a:spcAft>
                <a:spcPts val="500"/>
              </a:spcAft>
              <a:defRPr sz="2000" b="0">
                <a:solidFill>
                  <a:srgbClr val="414F60"/>
                </a:solidFill>
                <a:latin typeface="Liberation Sans"/>
              </a:defRPr>
            </a:pPr>
            <a:r>
              <a:t>CNCF TOC Alternate (GB)</a:t>
            </a:r>
          </a:p>
          <a:p>
            <a:pPr>
              <a:spcAft>
                <a:spcPts val="500"/>
              </a:spcAft>
              <a:defRPr sz="2000" b="0">
                <a:solidFill>
                  <a:srgbClr val="414F60"/>
                </a:solidFill>
                <a:latin typeface="Liberation Sans"/>
              </a:defRPr>
            </a:pPr>
            <a:r>
              <a:t>Cloud native and AI infrastructure</a:t>
            </a:r>
          </a:p>
        </p:txBody>
      </p:sp>
      <p:sp>
        <p:nvSpPr>
          <p:cNvPr id="7" name="TextBox 6"/>
          <p:cNvSpPr txBox="1"/>
          <p:nvPr/>
        </p:nvSpPr>
        <p:spPr>
          <a:xfrm>
            <a:off x="731520" y="5806440"/>
            <a:ext cx="4846320" cy="274320"/>
          </a:xfrm>
          <a:prstGeom prst="rect">
            <a:avLst/>
          </a:prstGeom>
          <a:noFill/>
        </p:spPr>
        <p:txBody>
          <a:bodyPr wrap="square" lIns="0" rIns="0" tIns="0" bIns="0">
            <a:spAutoFit/>
          </a:bodyPr>
          <a:lstStyle/>
          <a:p>
            <a:pPr>
              <a:spcAft>
                <a:spcPts val="500"/>
              </a:spcAft>
              <a:defRPr sz="1500" b="0">
                <a:solidFill>
                  <a:srgbClr val="164F89"/>
                </a:solidFill>
                <a:latin typeface="Liberation Sans"/>
              </a:defRPr>
            </a:pPr>
            <a:r>
              <a:t>nunchux.ai</a:t>
            </a:r>
          </a:p>
        </p:txBody>
      </p:sp>
      <p:pic>
        <p:nvPicPr>
          <p:cNvPr id="8" name="Picture 7" descr="rainie.jpeg"/>
          <p:cNvPicPr>
            <a:picLocks noChangeAspect="1"/>
          </p:cNvPicPr>
          <p:nvPr/>
        </p:nvPicPr>
        <p:blipFill>
          <a:blip r:embed="rId3"/>
          <a:stretch>
            <a:fillRect/>
          </a:stretch>
        </p:blipFill>
        <p:spPr>
          <a:xfrm>
            <a:off x="6446520" y="1828800"/>
            <a:ext cx="1600200" cy="1600200"/>
          </a:xfrm>
          <a:prstGeom prst="rect">
            <a:avLst/>
          </a:prstGeom>
        </p:spPr>
      </p:pic>
      <p:sp>
        <p:nvSpPr>
          <p:cNvPr id="9" name="TextBox 8"/>
          <p:cNvSpPr txBox="1"/>
          <p:nvPr/>
        </p:nvSpPr>
        <p:spPr>
          <a:xfrm>
            <a:off x="6446520" y="3675887"/>
            <a:ext cx="4937760" cy="45720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Rainie Li</a:t>
            </a:r>
          </a:p>
        </p:txBody>
      </p:sp>
      <p:sp>
        <p:nvSpPr>
          <p:cNvPr id="10" name="TextBox 9"/>
          <p:cNvSpPr txBox="1"/>
          <p:nvPr/>
        </p:nvSpPr>
        <p:spPr>
          <a:xfrm>
            <a:off x="6446520" y="4279392"/>
            <a:ext cx="4846320" cy="393192"/>
          </a:xfrm>
          <a:prstGeom prst="rect">
            <a:avLst/>
          </a:prstGeom>
          <a:noFill/>
        </p:spPr>
        <p:txBody>
          <a:bodyPr wrap="square" lIns="0" rIns="0" tIns="0" bIns="0">
            <a:spAutoFit/>
          </a:bodyPr>
          <a:lstStyle/>
          <a:p>
            <a:pPr>
              <a:spcAft>
                <a:spcPts val="500"/>
              </a:spcAft>
              <a:defRPr sz="2200" b="0">
                <a:solidFill>
                  <a:srgbClr val="164F89"/>
                </a:solidFill>
                <a:latin typeface="Liberation Sans"/>
              </a:defRPr>
            </a:pPr>
            <a:r>
              <a:t>Engineering Manager, Pinterest</a:t>
            </a:r>
          </a:p>
        </p:txBody>
      </p:sp>
      <p:sp>
        <p:nvSpPr>
          <p:cNvPr id="11" name="TextBox 10"/>
          <p:cNvSpPr txBox="1"/>
          <p:nvPr/>
        </p:nvSpPr>
        <p:spPr>
          <a:xfrm>
            <a:off x="6446520" y="4818888"/>
            <a:ext cx="4846320" cy="777240"/>
          </a:xfrm>
          <a:prstGeom prst="rect">
            <a:avLst/>
          </a:prstGeom>
          <a:noFill/>
        </p:spPr>
        <p:txBody>
          <a:bodyPr wrap="square" lIns="0" rIns="0" tIns="0" bIns="0">
            <a:spAutoFit/>
          </a:bodyPr>
          <a:lstStyle/>
          <a:p>
            <a:pPr>
              <a:spcAft>
                <a:spcPts val="500"/>
              </a:spcAft>
              <a:defRPr sz="2000" b="0">
                <a:solidFill>
                  <a:srgbClr val="414F60"/>
                </a:solidFill>
                <a:latin typeface="Liberation Sans"/>
              </a:defRPr>
            </a:pPr>
            <a:r>
              <a:t>Data processing infrastructure</a:t>
            </a:r>
          </a:p>
          <a:p>
            <a:pPr>
              <a:spcAft>
                <a:spcPts val="500"/>
              </a:spcAft>
              <a:defRPr sz="2000" b="0">
                <a:solidFill>
                  <a:srgbClr val="414F60"/>
                </a:solidFill>
                <a:latin typeface="Liberation Sans"/>
              </a:defRPr>
            </a:pPr>
            <a:r>
              <a:t>Apache YuniKorn PMC member</a:t>
            </a:r>
          </a:p>
        </p:txBody>
      </p:sp>
      <p:sp>
        <p:nvSpPr>
          <p:cNvPr id="12" name="TextBox 11"/>
          <p:cNvSpPr txBox="1"/>
          <p:nvPr/>
        </p:nvSpPr>
        <p:spPr>
          <a:xfrm>
            <a:off x="6446520" y="5806440"/>
            <a:ext cx="4846320" cy="274320"/>
          </a:xfrm>
          <a:prstGeom prst="rect">
            <a:avLst/>
          </a:prstGeom>
          <a:noFill/>
        </p:spPr>
        <p:txBody>
          <a:bodyPr wrap="square" lIns="0" rIns="0" tIns="0" bIns="0">
            <a:spAutoFit/>
          </a:bodyPr>
          <a:lstStyle/>
          <a:p>
            <a:pPr>
              <a:spcAft>
                <a:spcPts val="500"/>
              </a:spcAft>
              <a:defRPr sz="1500" b="0">
                <a:solidFill>
                  <a:srgbClr val="164F89"/>
                </a:solidFill>
                <a:latin typeface="Liberation Sans"/>
              </a:defRPr>
            </a:pPr>
            <a:r>
              <a:t>yunikorn.apache.org</a:t>
            </a:r>
          </a:p>
        </p:txBody>
      </p:sp>
      <p:sp>
        <p:nvSpPr>
          <p:cNvPr id="13" name="TextBox 12"/>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14" name="TextBox 13"/>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02 / 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057400"/>
            <a:ext cx="1024128" cy="777240"/>
          </a:xfrm>
          <a:prstGeom prst="rect">
            <a:avLst/>
          </a:prstGeom>
          <a:noFill/>
        </p:spPr>
        <p:txBody>
          <a:bodyPr wrap="square" lIns="0" rIns="0" tIns="0" bIns="0">
            <a:spAutoFit/>
          </a:bodyPr>
          <a:lstStyle/>
          <a:p>
            <a:pPr>
              <a:spcAft>
                <a:spcPts val="500"/>
              </a:spcAft>
              <a:defRPr sz="5200" b="1">
                <a:solidFill>
                  <a:srgbClr val="FFFFFF"/>
                </a:solidFill>
                <a:latin typeface="Liberation Sans"/>
              </a:defRPr>
            </a:pPr>
            <a:r>
              <a:t>01</a:t>
            </a:r>
          </a:p>
        </p:txBody>
      </p:sp>
      <p:sp>
        <p:nvSpPr>
          <p:cNvPr id="3" name="TextBox 2"/>
          <p:cNvSpPr txBox="1"/>
          <p:nvPr/>
        </p:nvSpPr>
        <p:spPr>
          <a:xfrm>
            <a:off x="1828800" y="2221992"/>
            <a:ext cx="6492240" cy="1280160"/>
          </a:xfrm>
          <a:prstGeom prst="rect">
            <a:avLst/>
          </a:prstGeom>
          <a:noFill/>
        </p:spPr>
        <p:txBody>
          <a:bodyPr wrap="square" lIns="0" rIns="0" tIns="0" bIns="0">
            <a:spAutoFit/>
          </a:bodyPr>
          <a:lstStyle/>
          <a:p>
            <a:pPr>
              <a:spcAft>
                <a:spcPts val="500"/>
              </a:spcAft>
              <a:defRPr sz="3800" b="1">
                <a:solidFill>
                  <a:srgbClr val="FFFFFF"/>
                </a:solidFill>
                <a:latin typeface="Liberation Sans"/>
              </a:defRPr>
            </a:pPr>
            <a:r>
              <a:t>Unified scheduling</a:t>
            </a:r>
          </a:p>
        </p:txBody>
      </p:sp>
      <p:sp>
        <p:nvSpPr>
          <p:cNvPr id="4" name="TextBox 3"/>
          <p:cNvSpPr txBox="1"/>
          <p:nvPr/>
        </p:nvSpPr>
        <p:spPr>
          <a:xfrm>
            <a:off x="1856231" y="3602736"/>
            <a:ext cx="6446520" cy="685800"/>
          </a:xfrm>
          <a:prstGeom prst="rect">
            <a:avLst/>
          </a:prstGeom>
          <a:noFill/>
        </p:spPr>
        <p:txBody>
          <a:bodyPr wrap="square" lIns="0" rIns="0" tIns="0" bIns="0">
            <a:spAutoFit/>
          </a:bodyPr>
          <a:lstStyle/>
          <a:p>
            <a:pPr>
              <a:spcAft>
                <a:spcPts val="500"/>
              </a:spcAft>
              <a:defRPr sz="2200" b="0">
                <a:solidFill>
                  <a:srgbClr val="FFFFFF"/>
                </a:solidFill>
                <a:latin typeface="Liberation Sans"/>
              </a:defRPr>
            </a:pPr>
            <a:r>
              <a:t>Different paths. Shared infrastructure.</a:t>
            </a:r>
          </a:p>
        </p:txBody>
      </p:sp>
      <p:sp>
        <p:nvSpPr>
          <p:cNvPr id="5" name="TextBox 4"/>
          <p:cNvSpPr txBox="1"/>
          <p:nvPr/>
        </p:nvSpPr>
        <p:spPr>
          <a:xfrm>
            <a:off x="8549640" y="1965960"/>
            <a:ext cx="3017520" cy="576072"/>
          </a:xfrm>
          <a:prstGeom prst="rect">
            <a:avLst/>
          </a:prstGeom>
          <a:noFill/>
        </p:spPr>
        <p:txBody>
          <a:bodyPr wrap="square" lIns="0" rIns="0" tIns="0" bIns="0">
            <a:spAutoFit/>
          </a:bodyPr>
          <a:lstStyle/>
          <a:p>
            <a:pPr>
              <a:spcAft>
                <a:spcPts val="500"/>
              </a:spcAft>
              <a:defRPr sz="1500" b="1">
                <a:solidFill>
                  <a:srgbClr val="FFFFFF"/>
                </a:solidFill>
                <a:latin typeface="Liberation Sans"/>
              </a:defRPr>
            </a:pPr>
            <a:r>
              <a:t>01  Unified scheduling</a:t>
            </a:r>
          </a:p>
        </p:txBody>
      </p:sp>
      <p:sp>
        <p:nvSpPr>
          <p:cNvPr id="6" name="TextBox 5"/>
          <p:cNvSpPr txBox="1"/>
          <p:nvPr/>
        </p:nvSpPr>
        <p:spPr>
          <a:xfrm>
            <a:off x="8549640" y="2551176"/>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02  Multi-level gang &amp; network topology</a:t>
            </a:r>
          </a:p>
        </p:txBody>
      </p:sp>
      <p:sp>
        <p:nvSpPr>
          <p:cNvPr id="7" name="TextBox 6"/>
          <p:cNvSpPr txBox="1"/>
          <p:nvPr/>
        </p:nvSpPr>
        <p:spPr>
          <a:xfrm>
            <a:off x="8549640" y="3136391"/>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03  Ecosystem</a:t>
            </a:r>
          </a:p>
        </p:txBody>
      </p:sp>
      <p:sp>
        <p:nvSpPr>
          <p:cNvPr id="8" name="TextBox 7"/>
          <p:cNvSpPr txBox="1"/>
          <p:nvPr/>
        </p:nvSpPr>
        <p:spPr>
          <a:xfrm>
            <a:off x="8549640" y="3721608"/>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04  Benchmark framework &amp; progress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Different Workloads, Shared Infrastructure</a:t>
            </a:r>
          </a:p>
        </p:txBody>
      </p:sp>
      <p:pic>
        <p:nvPicPr>
          <p:cNvPr id="3" name="Picture 2" descr="04-workload-demands.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04 / 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Unified Scheduling Framework</a:t>
            </a:r>
          </a:p>
        </p:txBody>
      </p:sp>
      <p:pic>
        <p:nvPicPr>
          <p:cNvPr id="3" name="Picture 2" descr="05-unified-architecture.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05 / 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Dynamic Node Sharding</a:t>
            </a:r>
          </a:p>
        </p:txBody>
      </p:sp>
      <p:pic>
        <p:nvPicPr>
          <p:cNvPr id="3" name="Picture 2" descr="06-nodeshard.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06 / 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057400"/>
            <a:ext cx="1024128" cy="777240"/>
          </a:xfrm>
          <a:prstGeom prst="rect">
            <a:avLst/>
          </a:prstGeom>
          <a:noFill/>
        </p:spPr>
        <p:txBody>
          <a:bodyPr wrap="square" lIns="0" rIns="0" tIns="0" bIns="0">
            <a:spAutoFit/>
          </a:bodyPr>
          <a:lstStyle/>
          <a:p>
            <a:pPr>
              <a:spcAft>
                <a:spcPts val="500"/>
              </a:spcAft>
              <a:defRPr sz="5200" b="1">
                <a:solidFill>
                  <a:srgbClr val="FFFFFF"/>
                </a:solidFill>
                <a:latin typeface="Liberation Sans"/>
              </a:defRPr>
            </a:pPr>
            <a:r>
              <a:t>02</a:t>
            </a:r>
          </a:p>
        </p:txBody>
      </p:sp>
      <p:sp>
        <p:nvSpPr>
          <p:cNvPr id="3" name="TextBox 2"/>
          <p:cNvSpPr txBox="1"/>
          <p:nvPr/>
        </p:nvSpPr>
        <p:spPr>
          <a:xfrm>
            <a:off x="1828800" y="2221992"/>
            <a:ext cx="6492240" cy="1280160"/>
          </a:xfrm>
          <a:prstGeom prst="rect">
            <a:avLst/>
          </a:prstGeom>
          <a:noFill/>
        </p:spPr>
        <p:txBody>
          <a:bodyPr wrap="square" lIns="0" rIns="0" tIns="0" bIns="0">
            <a:spAutoFit/>
          </a:bodyPr>
          <a:lstStyle/>
          <a:p>
            <a:pPr>
              <a:spcAft>
                <a:spcPts val="500"/>
              </a:spcAft>
              <a:defRPr sz="3800" b="1">
                <a:solidFill>
                  <a:srgbClr val="FFFFFF"/>
                </a:solidFill>
                <a:latin typeface="Liberation Sans"/>
              </a:defRPr>
            </a:pPr>
            <a:r>
              <a:t>Multi-level gang</a:t>
            </a:r>
          </a:p>
          <a:p>
            <a:pPr>
              <a:spcAft>
                <a:spcPts val="500"/>
              </a:spcAft>
              <a:defRPr sz="3800" b="1">
                <a:solidFill>
                  <a:srgbClr val="FFFFFF"/>
                </a:solidFill>
                <a:latin typeface="Liberation Sans"/>
              </a:defRPr>
            </a:pPr>
            <a:r>
              <a:t>&amp; network topology</a:t>
            </a:r>
          </a:p>
        </p:txBody>
      </p:sp>
      <p:sp>
        <p:nvSpPr>
          <p:cNvPr id="4" name="TextBox 3"/>
          <p:cNvSpPr txBox="1"/>
          <p:nvPr/>
        </p:nvSpPr>
        <p:spPr>
          <a:xfrm>
            <a:off x="1856231" y="3602736"/>
            <a:ext cx="6446520" cy="685800"/>
          </a:xfrm>
          <a:prstGeom prst="rect">
            <a:avLst/>
          </a:prstGeom>
          <a:noFill/>
        </p:spPr>
        <p:txBody>
          <a:bodyPr wrap="square" lIns="0" rIns="0" tIns="0" bIns="0">
            <a:spAutoFit/>
          </a:bodyPr>
          <a:lstStyle/>
          <a:p>
            <a:pPr>
              <a:spcAft>
                <a:spcPts val="500"/>
              </a:spcAft>
              <a:defRPr sz="2200" b="0">
                <a:solidFill>
                  <a:srgbClr val="FFFFFF"/>
                </a:solidFill>
                <a:latin typeface="Liberation Sans"/>
              </a:defRPr>
            </a:pPr>
            <a:r>
              <a:t>From available nodes to runnable workloads.</a:t>
            </a:r>
          </a:p>
        </p:txBody>
      </p:sp>
      <p:sp>
        <p:nvSpPr>
          <p:cNvPr id="5" name="TextBox 4"/>
          <p:cNvSpPr txBox="1"/>
          <p:nvPr/>
        </p:nvSpPr>
        <p:spPr>
          <a:xfrm>
            <a:off x="8549640" y="1965960"/>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01  Unified scheduling</a:t>
            </a:r>
          </a:p>
        </p:txBody>
      </p:sp>
      <p:sp>
        <p:nvSpPr>
          <p:cNvPr id="6" name="TextBox 5"/>
          <p:cNvSpPr txBox="1"/>
          <p:nvPr/>
        </p:nvSpPr>
        <p:spPr>
          <a:xfrm>
            <a:off x="8549640" y="2551176"/>
            <a:ext cx="3017520" cy="576072"/>
          </a:xfrm>
          <a:prstGeom prst="rect">
            <a:avLst/>
          </a:prstGeom>
          <a:noFill/>
        </p:spPr>
        <p:txBody>
          <a:bodyPr wrap="square" lIns="0" rIns="0" tIns="0" bIns="0">
            <a:spAutoFit/>
          </a:bodyPr>
          <a:lstStyle/>
          <a:p>
            <a:pPr>
              <a:spcAft>
                <a:spcPts val="500"/>
              </a:spcAft>
              <a:defRPr sz="1500" b="1">
                <a:solidFill>
                  <a:srgbClr val="FFFFFF"/>
                </a:solidFill>
                <a:latin typeface="Liberation Sans"/>
              </a:defRPr>
            </a:pPr>
            <a:r>
              <a:t>02  Multi-level gang &amp; network topology</a:t>
            </a:r>
          </a:p>
        </p:txBody>
      </p:sp>
      <p:sp>
        <p:nvSpPr>
          <p:cNvPr id="7" name="TextBox 6"/>
          <p:cNvSpPr txBox="1"/>
          <p:nvPr/>
        </p:nvSpPr>
        <p:spPr>
          <a:xfrm>
            <a:off x="8549640" y="3136391"/>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03  Ecosystem</a:t>
            </a:r>
          </a:p>
        </p:txBody>
      </p:sp>
      <p:sp>
        <p:nvSpPr>
          <p:cNvPr id="8" name="TextBox 7"/>
          <p:cNvSpPr txBox="1"/>
          <p:nvPr/>
        </p:nvSpPr>
        <p:spPr>
          <a:xfrm>
            <a:off x="8549640" y="3721608"/>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04  Benchmark framework &amp; progress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Training and Inference Groups</a:t>
            </a:r>
          </a:p>
        </p:txBody>
      </p:sp>
      <p:pic>
        <p:nvPicPr>
          <p:cNvPr id="3" name="Picture 2" descr="08-workload-gangs.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08 / 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Multi-Level Gang Scheduling</a:t>
            </a:r>
          </a:p>
        </p:txBody>
      </p:sp>
      <p:pic>
        <p:nvPicPr>
          <p:cNvPr id="3" name="Picture 2" descr="09-group-structure.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09 / 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HyperNode: Network Topology</a:t>
            </a:r>
          </a:p>
        </p:txBody>
      </p:sp>
      <p:pic>
        <p:nvPicPr>
          <p:cNvPr id="3" name="Picture 2" descr="10-hypernode-api.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10 / 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Place Groups at Different Topology Levels</a:t>
            </a:r>
          </a:p>
        </p:txBody>
      </p:sp>
      <p:pic>
        <p:nvPicPr>
          <p:cNvPr id="3" name="Picture 2" descr="11-multilevel-placement.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11 / 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Gang-Aware Preemption</a:t>
            </a:r>
          </a:p>
        </p:txBody>
      </p:sp>
      <p:pic>
        <p:nvPicPr>
          <p:cNvPr id="3" name="Picture 2" descr="12-gang-preemption.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12 / 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PodGroup Anti-Affinity</a:t>
            </a:r>
          </a:p>
        </p:txBody>
      </p:sp>
      <p:sp>
        <p:nvSpPr>
          <p:cNvPr id="3" name="TextBox 2"/>
          <p:cNvSpPr txBox="1"/>
          <p:nvPr/>
        </p:nvSpPr>
        <p:spPr>
          <a:xfrm>
            <a:off x="475488" y="1499616"/>
            <a:ext cx="11201400" cy="356616"/>
          </a:xfrm>
          <a:prstGeom prst="rect">
            <a:avLst/>
          </a:prstGeom>
          <a:noFill/>
        </p:spPr>
        <p:txBody>
          <a:bodyPr wrap="square" lIns="0" rIns="0" tIns="0" bIns="0">
            <a:spAutoFit/>
          </a:bodyPr>
          <a:lstStyle/>
          <a:p>
            <a:pPr>
              <a:spcAft>
                <a:spcPts val="500"/>
              </a:spcAft>
              <a:defRPr sz="1900" b="0">
                <a:solidFill>
                  <a:srgbClr val="164F89"/>
                </a:solidFill>
                <a:latin typeface="Liberation Sans"/>
              </a:defRPr>
            </a:pPr>
            <a:r>
              <a:t>Separate matching PodGroups across supernodes</a:t>
            </a:r>
          </a:p>
        </p:txBody>
      </p:sp>
      <p:pic>
        <p:nvPicPr>
          <p:cNvPr id="4" name="Picture 3" descr="13-instance-isolation.png"/>
          <p:cNvPicPr>
            <a:picLocks noChangeAspect="1"/>
          </p:cNvPicPr>
          <p:nvPr/>
        </p:nvPicPr>
        <p:blipFill>
          <a:blip r:embed="rId2"/>
          <a:stretch>
            <a:fillRect/>
          </a:stretch>
        </p:blipFill>
        <p:spPr>
          <a:xfrm>
            <a:off x="457200" y="1920240"/>
            <a:ext cx="11277599" cy="4267200"/>
          </a:xfrm>
          <a:prstGeom prst="rect">
            <a:avLst/>
          </a:prstGeom>
        </p:spPr>
      </p:pic>
      <p:sp>
        <p:nvSpPr>
          <p:cNvPr id="5" name="TextBox 4"/>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6" name="TextBox 5"/>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13 / 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SubGroup Affinity and Anti-Affinity</a:t>
            </a:r>
          </a:p>
        </p:txBody>
      </p:sp>
      <p:pic>
        <p:nvPicPr>
          <p:cNvPr id="3" name="Picture 2" descr="14-subgroup-next.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14 / 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057400"/>
            <a:ext cx="1024128" cy="777240"/>
          </a:xfrm>
          <a:prstGeom prst="rect">
            <a:avLst/>
          </a:prstGeom>
          <a:noFill/>
        </p:spPr>
        <p:txBody>
          <a:bodyPr wrap="square" lIns="0" rIns="0" tIns="0" bIns="0">
            <a:spAutoFit/>
          </a:bodyPr>
          <a:lstStyle/>
          <a:p>
            <a:pPr>
              <a:spcAft>
                <a:spcPts val="500"/>
              </a:spcAft>
              <a:defRPr sz="5200" b="1">
                <a:solidFill>
                  <a:srgbClr val="FFFFFF"/>
                </a:solidFill>
                <a:latin typeface="Liberation Sans"/>
              </a:defRPr>
            </a:pPr>
            <a:r>
              <a:t>03</a:t>
            </a:r>
          </a:p>
        </p:txBody>
      </p:sp>
      <p:sp>
        <p:nvSpPr>
          <p:cNvPr id="3" name="TextBox 2"/>
          <p:cNvSpPr txBox="1"/>
          <p:nvPr/>
        </p:nvSpPr>
        <p:spPr>
          <a:xfrm>
            <a:off x="1828800" y="2221992"/>
            <a:ext cx="6492240" cy="1280160"/>
          </a:xfrm>
          <a:prstGeom prst="rect">
            <a:avLst/>
          </a:prstGeom>
          <a:noFill/>
        </p:spPr>
        <p:txBody>
          <a:bodyPr wrap="square" lIns="0" rIns="0" tIns="0" bIns="0">
            <a:spAutoFit/>
          </a:bodyPr>
          <a:lstStyle/>
          <a:p>
            <a:pPr>
              <a:spcAft>
                <a:spcPts val="500"/>
              </a:spcAft>
              <a:defRPr sz="3800" b="1">
                <a:solidFill>
                  <a:srgbClr val="FFFFFF"/>
                </a:solidFill>
                <a:latin typeface="Liberation Sans"/>
              </a:defRPr>
            </a:pPr>
            <a:r>
              <a:t>Ecosystem</a:t>
            </a:r>
          </a:p>
        </p:txBody>
      </p:sp>
      <p:sp>
        <p:nvSpPr>
          <p:cNvPr id="4" name="TextBox 3"/>
          <p:cNvSpPr txBox="1"/>
          <p:nvPr/>
        </p:nvSpPr>
        <p:spPr>
          <a:xfrm>
            <a:off x="1856231" y="3602736"/>
            <a:ext cx="6446520" cy="685800"/>
          </a:xfrm>
          <a:prstGeom prst="rect">
            <a:avLst/>
          </a:prstGeom>
          <a:noFill/>
        </p:spPr>
        <p:txBody>
          <a:bodyPr wrap="square" lIns="0" rIns="0" tIns="0" bIns="0">
            <a:spAutoFit/>
          </a:bodyPr>
          <a:lstStyle/>
          <a:p>
            <a:pPr>
              <a:spcAft>
                <a:spcPts val="500"/>
              </a:spcAft>
              <a:defRPr sz="2200" b="0">
                <a:solidFill>
                  <a:srgbClr val="FFFFFF"/>
                </a:solidFill>
                <a:latin typeface="Liberation Sans"/>
              </a:defRPr>
            </a:pPr>
            <a:r>
              <a:t>Workload controllers carry scheduling intent.</a:t>
            </a:r>
          </a:p>
        </p:txBody>
      </p:sp>
      <p:sp>
        <p:nvSpPr>
          <p:cNvPr id="5" name="TextBox 4"/>
          <p:cNvSpPr txBox="1"/>
          <p:nvPr/>
        </p:nvSpPr>
        <p:spPr>
          <a:xfrm>
            <a:off x="8549640" y="1965960"/>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01  Unified scheduling</a:t>
            </a:r>
          </a:p>
        </p:txBody>
      </p:sp>
      <p:sp>
        <p:nvSpPr>
          <p:cNvPr id="6" name="TextBox 5"/>
          <p:cNvSpPr txBox="1"/>
          <p:nvPr/>
        </p:nvSpPr>
        <p:spPr>
          <a:xfrm>
            <a:off x="8549640" y="2551176"/>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02  Multi-level gang &amp; network topology</a:t>
            </a:r>
          </a:p>
        </p:txBody>
      </p:sp>
      <p:sp>
        <p:nvSpPr>
          <p:cNvPr id="7" name="TextBox 6"/>
          <p:cNvSpPr txBox="1"/>
          <p:nvPr/>
        </p:nvSpPr>
        <p:spPr>
          <a:xfrm>
            <a:off x="8549640" y="3136391"/>
            <a:ext cx="3017520" cy="576072"/>
          </a:xfrm>
          <a:prstGeom prst="rect">
            <a:avLst/>
          </a:prstGeom>
          <a:noFill/>
        </p:spPr>
        <p:txBody>
          <a:bodyPr wrap="square" lIns="0" rIns="0" tIns="0" bIns="0">
            <a:spAutoFit/>
          </a:bodyPr>
          <a:lstStyle/>
          <a:p>
            <a:pPr>
              <a:spcAft>
                <a:spcPts val="500"/>
              </a:spcAft>
              <a:defRPr sz="1500" b="1">
                <a:solidFill>
                  <a:srgbClr val="FFFFFF"/>
                </a:solidFill>
                <a:latin typeface="Liberation Sans"/>
              </a:defRPr>
            </a:pPr>
            <a:r>
              <a:t>03  Ecosystem</a:t>
            </a:r>
          </a:p>
        </p:txBody>
      </p:sp>
      <p:sp>
        <p:nvSpPr>
          <p:cNvPr id="8" name="TextBox 7"/>
          <p:cNvSpPr txBox="1"/>
          <p:nvPr/>
        </p:nvSpPr>
        <p:spPr>
          <a:xfrm>
            <a:off x="8549640" y="3721608"/>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04  Benchmark framework &amp; progress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Kthena: Group and Role Topology</a:t>
            </a:r>
          </a:p>
        </p:txBody>
      </p:sp>
      <p:pic>
        <p:nvPicPr>
          <p:cNvPr id="3" name="Picture 2" descr="16-kthena-mapping.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16 / 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Kthena: Role Replica Mapping</a:t>
            </a:r>
          </a:p>
        </p:txBody>
      </p:sp>
      <p:pic>
        <p:nvPicPr>
          <p:cNvPr id="3" name="Picture 2" descr="17-kthena-podgroup.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17 / 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KubeRay: Multi-Host Replica Mapping</a:t>
            </a:r>
          </a:p>
        </p:txBody>
      </p:sp>
      <p:pic>
        <p:nvPicPr>
          <p:cNvPr id="3" name="Picture 2" descr="18-ray-replicas.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18 / 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Grove: PodGang Mapping</a:t>
            </a:r>
          </a:p>
        </p:txBody>
      </p:sp>
      <p:pic>
        <p:nvPicPr>
          <p:cNvPr id="3" name="Picture 2" descr="19-grove-mapping.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19 / 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Ecosystem Roadmap</a:t>
            </a:r>
          </a:p>
        </p:txBody>
      </p:sp>
      <p:pic>
        <p:nvPicPr>
          <p:cNvPr id="3" name="Picture 2" descr="20-ecosystem.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20 / 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057400"/>
            <a:ext cx="1024128" cy="777240"/>
          </a:xfrm>
          <a:prstGeom prst="rect">
            <a:avLst/>
          </a:prstGeom>
          <a:noFill/>
        </p:spPr>
        <p:txBody>
          <a:bodyPr wrap="square" lIns="0" rIns="0" tIns="0" bIns="0">
            <a:spAutoFit/>
          </a:bodyPr>
          <a:lstStyle/>
          <a:p>
            <a:pPr>
              <a:spcAft>
                <a:spcPts val="500"/>
              </a:spcAft>
              <a:defRPr sz="5200" b="1">
                <a:solidFill>
                  <a:srgbClr val="FFFFFF"/>
                </a:solidFill>
                <a:latin typeface="Liberation Sans"/>
              </a:defRPr>
            </a:pPr>
            <a:r>
              <a:t>04</a:t>
            </a:r>
          </a:p>
        </p:txBody>
      </p:sp>
      <p:sp>
        <p:nvSpPr>
          <p:cNvPr id="3" name="TextBox 2"/>
          <p:cNvSpPr txBox="1"/>
          <p:nvPr/>
        </p:nvSpPr>
        <p:spPr>
          <a:xfrm>
            <a:off x="1828800" y="2221992"/>
            <a:ext cx="6492240" cy="1280160"/>
          </a:xfrm>
          <a:prstGeom prst="rect">
            <a:avLst/>
          </a:prstGeom>
          <a:noFill/>
        </p:spPr>
        <p:txBody>
          <a:bodyPr wrap="square" lIns="0" rIns="0" tIns="0" bIns="0">
            <a:spAutoFit/>
          </a:bodyPr>
          <a:lstStyle/>
          <a:p>
            <a:pPr>
              <a:spcAft>
                <a:spcPts val="500"/>
              </a:spcAft>
              <a:defRPr sz="3800" b="1">
                <a:solidFill>
                  <a:srgbClr val="FFFFFF"/>
                </a:solidFill>
                <a:latin typeface="Liberation Sans"/>
              </a:defRPr>
            </a:pPr>
            <a:r>
              <a:t>Benchmark</a:t>
            </a:r>
          </a:p>
          <a:p>
            <a:pPr>
              <a:spcAft>
                <a:spcPts val="500"/>
              </a:spcAft>
              <a:defRPr sz="3800" b="1">
                <a:solidFill>
                  <a:srgbClr val="FFFFFF"/>
                </a:solidFill>
                <a:latin typeface="Liberation Sans"/>
              </a:defRPr>
            </a:pPr>
            <a:r>
              <a:t>framework &amp; progress</a:t>
            </a:r>
          </a:p>
        </p:txBody>
      </p:sp>
      <p:sp>
        <p:nvSpPr>
          <p:cNvPr id="4" name="TextBox 3"/>
          <p:cNvSpPr txBox="1"/>
          <p:nvPr/>
        </p:nvSpPr>
        <p:spPr>
          <a:xfrm>
            <a:off x="1856231" y="3602736"/>
            <a:ext cx="6446520" cy="685800"/>
          </a:xfrm>
          <a:prstGeom prst="rect">
            <a:avLst/>
          </a:prstGeom>
          <a:noFill/>
        </p:spPr>
        <p:txBody>
          <a:bodyPr wrap="square" lIns="0" rIns="0" tIns="0" bIns="0">
            <a:spAutoFit/>
          </a:bodyPr>
          <a:lstStyle/>
          <a:p>
            <a:pPr>
              <a:spcAft>
                <a:spcPts val="500"/>
              </a:spcAft>
              <a:defRPr sz="2200" b="0">
                <a:solidFill>
                  <a:srgbClr val="FFFFFF"/>
                </a:solidFill>
                <a:latin typeface="Liberation Sans"/>
              </a:defRPr>
            </a:pPr>
            <a:r>
              <a:t>Measure behavior across workload shapes.</a:t>
            </a:r>
          </a:p>
        </p:txBody>
      </p:sp>
      <p:sp>
        <p:nvSpPr>
          <p:cNvPr id="5" name="TextBox 4"/>
          <p:cNvSpPr txBox="1"/>
          <p:nvPr/>
        </p:nvSpPr>
        <p:spPr>
          <a:xfrm>
            <a:off x="8549640" y="1965960"/>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01  Unified scheduling</a:t>
            </a:r>
          </a:p>
        </p:txBody>
      </p:sp>
      <p:sp>
        <p:nvSpPr>
          <p:cNvPr id="6" name="TextBox 5"/>
          <p:cNvSpPr txBox="1"/>
          <p:nvPr/>
        </p:nvSpPr>
        <p:spPr>
          <a:xfrm>
            <a:off x="8549640" y="2551176"/>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02  Multi-level gang &amp; network topology</a:t>
            </a:r>
          </a:p>
        </p:txBody>
      </p:sp>
      <p:sp>
        <p:nvSpPr>
          <p:cNvPr id="7" name="TextBox 6"/>
          <p:cNvSpPr txBox="1"/>
          <p:nvPr/>
        </p:nvSpPr>
        <p:spPr>
          <a:xfrm>
            <a:off x="8549640" y="3136391"/>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03  Ecosystem</a:t>
            </a:r>
          </a:p>
        </p:txBody>
      </p:sp>
      <p:sp>
        <p:nvSpPr>
          <p:cNvPr id="8" name="TextBox 7"/>
          <p:cNvSpPr txBox="1"/>
          <p:nvPr/>
        </p:nvSpPr>
        <p:spPr>
          <a:xfrm>
            <a:off x="8549640" y="3721608"/>
            <a:ext cx="3017520" cy="576072"/>
          </a:xfrm>
          <a:prstGeom prst="rect">
            <a:avLst/>
          </a:prstGeom>
          <a:noFill/>
        </p:spPr>
        <p:txBody>
          <a:bodyPr wrap="square" lIns="0" rIns="0" tIns="0" bIns="0">
            <a:spAutoFit/>
          </a:bodyPr>
          <a:lstStyle/>
          <a:p>
            <a:pPr>
              <a:spcAft>
                <a:spcPts val="500"/>
              </a:spcAft>
              <a:defRPr sz="1500" b="1">
                <a:solidFill>
                  <a:srgbClr val="FFFFFF"/>
                </a:solidFill>
                <a:latin typeface="Liberation Sans"/>
              </a:defRPr>
            </a:pPr>
            <a:r>
              <a:t>04  Benchmark framework &amp; progress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Scheduling Benchmark Framework</a:t>
            </a:r>
          </a:p>
        </p:txBody>
      </p:sp>
      <p:pic>
        <p:nvPicPr>
          <p:cNvPr id="3" name="Picture 2" descr="22-benchmark-architecture.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22 / 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Cross-Scheduler Benchmarks</a:t>
            </a:r>
          </a:p>
        </p:txBody>
      </p:sp>
      <p:pic>
        <p:nvPicPr>
          <p:cNvPr id="3" name="Picture 2" descr="23-benchmark-progress.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23 / 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Workload and Topology Test Matrix</a:t>
            </a:r>
          </a:p>
        </p:txBody>
      </p:sp>
      <p:pic>
        <p:nvPicPr>
          <p:cNvPr id="3" name="Picture 2" descr="24-benchmark-measurement.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24 / 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v1.17 Roadmap</a:t>
            </a:r>
          </a:p>
        </p:txBody>
      </p:sp>
      <p:pic>
        <p:nvPicPr>
          <p:cNvPr id="3" name="Picture 2" descr="25-takeaways.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25 / 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Volcano Users</a:t>
            </a:r>
          </a:p>
        </p:txBody>
      </p:sp>
      <p:pic>
        <p:nvPicPr>
          <p:cNvPr id="3" name="Picture 2" descr="26-community-users.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26 / 26</a:t>
            </a:r>
          </a:p>
        </p:txBody>
      </p:sp>
    </p:spTree>
  </p:cSld>
  <p:clrMapOvr>
    <a:masterClrMapping/>
  </p:clrMapOvr>
</p:sld>
</file>

<file path=ppt/theme/theme1.xml><?xml version="1.0" encoding="utf-8"?>
<a:theme xmlns:a="http://schemas.openxmlformats.org/drawingml/2006/main" xmlns:r="http://schemas.openxmlformats.org/officeDocument/2006/relationships" name="OSSNA24">
  <a:themeElements>
    <a:clrScheme name="Custom 10">
      <a:dk1>
        <a:srgbClr val="000000"/>
      </a:dk1>
      <a:lt1>
        <a:srgbClr val="FFFFFF"/>
      </a:lt1>
      <a:dk2>
        <a:srgbClr val="052243"/>
      </a:dk2>
      <a:lt2>
        <a:srgbClr val="113E82"/>
      </a:lt2>
      <a:accent1>
        <a:srgbClr val="D62293"/>
      </a:accent1>
      <a:accent2>
        <a:srgbClr val="FFEE88"/>
      </a:accent2>
      <a:accent3>
        <a:srgbClr val="113851"/>
      </a:accent3>
      <a:accent4>
        <a:srgbClr val="2E9C68"/>
      </a:accent4>
      <a:accent5>
        <a:srgbClr val="40BE95"/>
      </a:accent5>
      <a:accent6>
        <a:srgbClr val="E3F6FF"/>
      </a:accent6>
      <a:hlink>
        <a:srgbClr val="ADC5EF"/>
      </a:hlink>
      <a:folHlink>
        <a:srgbClr val="FFF7B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Volcano for the Agentic AI Era: Unified Scheduling Across Training, Inference, and Agents</dc:title>
  <dc:subject>KubeCon NA 2026 — revised technical presentation</dc:subject>
  <dc:creator>Ricardo Aravena; Rainie Li</dc:creator>
  <dc:description>Official KubeCon NA 2026 template. Approved refinements to mappings, gang-preemption motivation, benchmarks and plain-paragraph speaker notes.</dc:description>
</cp:coreProperties>
</file>