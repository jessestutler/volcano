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4" roundtripDataSignature="AMtx7mhVgqDUejHKW5zsxwP4L1eNF/yx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0" r="15741" t="0"/>
          <a:stretch/>
        </p:blipFill>
        <p:spPr>
          <a:xfrm>
            <a:off x="0" y="2252133"/>
            <a:ext cx="9144000" cy="2891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0"/>
          <p:cNvGrpSpPr/>
          <p:nvPr/>
        </p:nvGrpSpPr>
        <p:grpSpPr>
          <a:xfrm>
            <a:off x="177800" y="1278466"/>
            <a:ext cx="8966200" cy="2277534"/>
            <a:chOff x="177800" y="1278466"/>
            <a:chExt cx="8966200" cy="2277534"/>
          </a:xfrm>
        </p:grpSpPr>
        <p:sp>
          <p:nvSpPr>
            <p:cNvPr id="12" name="Google Shape;12;p10"/>
            <p:cNvSpPr/>
            <p:nvPr/>
          </p:nvSpPr>
          <p:spPr>
            <a:xfrm>
              <a:off x="177800" y="1701800"/>
              <a:ext cx="8966200" cy="13631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>
              <a:off x="6045200" y="1278466"/>
              <a:ext cx="2404533" cy="197849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0"/>
            <p:cNvSpPr/>
            <p:nvPr/>
          </p:nvSpPr>
          <p:spPr>
            <a:xfrm>
              <a:off x="1642534" y="1278466"/>
              <a:ext cx="2404533" cy="227753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0"/>
          <p:cNvSpPr txBox="1"/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i="0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i="0"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0"/>
          <p:cNvSpPr txBox="1"/>
          <p:nvPr/>
        </p:nvSpPr>
        <p:spPr>
          <a:xfrm>
            <a:off x="5715812" y="178532"/>
            <a:ext cx="31112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#KubeCon #CloudNativeCon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1"/>
          <p:cNvPicPr preferRelativeResize="0"/>
          <p:nvPr/>
        </p:nvPicPr>
        <p:blipFill rotWithShape="1">
          <a:blip r:embed="rId2">
            <a:alphaModFix/>
          </a:blip>
          <a:srcRect b="0" l="0" r="15741" t="0"/>
          <a:stretch/>
        </p:blipFill>
        <p:spPr>
          <a:xfrm>
            <a:off x="0" y="2252133"/>
            <a:ext cx="9144000" cy="2891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11"/>
          <p:cNvGrpSpPr/>
          <p:nvPr/>
        </p:nvGrpSpPr>
        <p:grpSpPr>
          <a:xfrm>
            <a:off x="177800" y="1278466"/>
            <a:ext cx="8966200" cy="2277534"/>
            <a:chOff x="177800" y="1278466"/>
            <a:chExt cx="8966200" cy="2277534"/>
          </a:xfrm>
        </p:grpSpPr>
        <p:sp>
          <p:nvSpPr>
            <p:cNvPr id="22" name="Google Shape;22;p11"/>
            <p:cNvSpPr/>
            <p:nvPr/>
          </p:nvSpPr>
          <p:spPr>
            <a:xfrm>
              <a:off x="177800" y="1701800"/>
              <a:ext cx="8966200" cy="13631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1"/>
            <p:cNvSpPr/>
            <p:nvPr/>
          </p:nvSpPr>
          <p:spPr>
            <a:xfrm>
              <a:off x="6045200" y="1278466"/>
              <a:ext cx="2404533" cy="197849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1"/>
            <p:cNvSpPr/>
            <p:nvPr/>
          </p:nvSpPr>
          <p:spPr>
            <a:xfrm>
              <a:off x="1642534" y="1278466"/>
              <a:ext cx="2404533" cy="227753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6" name="Google Shape;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bg>
      <p:bgPr>
        <a:solidFill>
          <a:schemeClr val="lt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2"/>
          <p:cNvGrpSpPr/>
          <p:nvPr/>
        </p:nvGrpSpPr>
        <p:grpSpPr>
          <a:xfrm>
            <a:off x="0" y="4475862"/>
            <a:ext cx="9144000" cy="667638"/>
            <a:chOff x="2374014" y="4484308"/>
            <a:chExt cx="9028304" cy="659191"/>
          </a:xfrm>
        </p:grpSpPr>
        <p:pic>
          <p:nvPicPr>
            <p:cNvPr id="29" name="Google Shape;29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817945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374014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" name="Google Shape;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724" y="615950"/>
            <a:ext cx="2902276" cy="45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2"/>
          <p:cNvPicPr preferRelativeResize="0"/>
          <p:nvPr/>
        </p:nvPicPr>
        <p:blipFill rotWithShape="1">
          <a:blip r:embed="rId4">
            <a:alphaModFix/>
          </a:blip>
          <a:srcRect b="23715" l="12113" r="0" t="0"/>
          <a:stretch/>
        </p:blipFill>
        <p:spPr>
          <a:xfrm>
            <a:off x="-1" y="4174681"/>
            <a:ext cx="2745769" cy="968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2"/>
          <p:cNvPicPr preferRelativeResize="0"/>
          <p:nvPr/>
        </p:nvPicPr>
        <p:blipFill rotWithShape="1">
          <a:blip r:embed="rId5">
            <a:alphaModFix/>
          </a:blip>
          <a:srcRect b="1" l="0" r="0" t="6472"/>
          <a:stretch/>
        </p:blipFill>
        <p:spPr>
          <a:xfrm>
            <a:off x="4975012" y="0"/>
            <a:ext cx="1946881" cy="82605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2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2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3"/>
          <p:cNvGrpSpPr/>
          <p:nvPr/>
        </p:nvGrpSpPr>
        <p:grpSpPr>
          <a:xfrm>
            <a:off x="0" y="4475862"/>
            <a:ext cx="9144000" cy="667638"/>
            <a:chOff x="2374014" y="4484308"/>
            <a:chExt cx="9028304" cy="659191"/>
          </a:xfrm>
        </p:grpSpPr>
        <p:pic>
          <p:nvPicPr>
            <p:cNvPr id="38" name="Google Shape;38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817945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374014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724" y="615950"/>
            <a:ext cx="2902276" cy="45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 txBox="1"/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3" name="Google Shape;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" name="Google Shape;4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91416"/>
            <a:ext cx="1112400" cy="4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5"/>
          <p:cNvSpPr txBox="1"/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7624" y="253871"/>
            <a:ext cx="1285200" cy="54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6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91416"/>
            <a:ext cx="1112400" cy="4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91416"/>
            <a:ext cx="1112400" cy="4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265700" y="1397663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 txBox="1"/>
          <p:nvPr>
            <p:ph idx="1" type="subTitle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SNA24">
  <a:themeElements>
    <a:clrScheme name="Custom 10">
      <a:dk1>
        <a:srgbClr val="000000"/>
      </a:dk1>
      <a:lt1>
        <a:srgbClr val="FFFFFF"/>
      </a:lt1>
      <a:dk2>
        <a:srgbClr val="052243"/>
      </a:dk2>
      <a:lt2>
        <a:srgbClr val="113E82"/>
      </a:lt2>
      <a:accent1>
        <a:srgbClr val="D62293"/>
      </a:accent1>
      <a:accent2>
        <a:srgbClr val="FFEE88"/>
      </a:accent2>
      <a:accent3>
        <a:srgbClr val="113851"/>
      </a:accent3>
      <a:accent4>
        <a:srgbClr val="2E9C68"/>
      </a:accent4>
      <a:accent5>
        <a:srgbClr val="40BE95"/>
      </a:accent5>
      <a:accent6>
        <a:srgbClr val="E3F6FF"/>
      </a:accent6>
      <a:hlink>
        <a:srgbClr val="ADC5EF"/>
      </a:hlink>
      <a:folHlink>
        <a:srgbClr val="FFF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